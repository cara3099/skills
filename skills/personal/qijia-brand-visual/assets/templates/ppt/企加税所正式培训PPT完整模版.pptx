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5e8f3bfb3b4a2c" /><Relationship Type="http://schemas.openxmlformats.org/officeDocument/2006/relationships/extended-properties" Target="/docProps/app.xml" Id="R8d5ff28d9f0c496e" /><Relationship Type="http://schemas.openxmlformats.org/officeDocument/2006/relationships/officeDocument" Target="/ppt/presentation.xml" Id="R19a0e5b3c99345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d6d2dbfc2f4c8f"/>
  </p:sldMasterIdLst>
  <p:notesMasterIdLst>
    <p:notesMasterId xmlns:r="http://schemas.openxmlformats.org/officeDocument/2006/relationships" r:id="R7b02ac29c07b45f5"/>
  </p:notesMasterIdLst>
  <p:sldIdLst>
    <p:sldId xmlns:r="http://schemas.openxmlformats.org/officeDocument/2006/relationships" id="256" r:id="Rf1e2a70c4de7462f"/>
    <p:sldId xmlns:r="http://schemas.openxmlformats.org/officeDocument/2006/relationships" id="257" r:id="R09a40e66b081488d"/>
    <p:sldId xmlns:r="http://schemas.openxmlformats.org/officeDocument/2006/relationships" id="258" r:id="R6b1051ed5cd146a7"/>
    <p:sldId xmlns:r="http://schemas.openxmlformats.org/officeDocument/2006/relationships" id="259" r:id="Rcd48b8ec598c4fa2"/>
    <p:sldId xmlns:r="http://schemas.openxmlformats.org/officeDocument/2006/relationships" id="260" r:id="Raf9191ce1c62475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900a96934f43f0" /><Relationship Type="http://schemas.openxmlformats.org/officeDocument/2006/relationships/slideMaster" Target="/ppt/slideMasters/slideMaster1.xml" Id="R2ed6d2dbfc2f4c8f" /><Relationship Type="http://schemas.openxmlformats.org/officeDocument/2006/relationships/notesMaster" Target="/ppt/notesMasters/notesMaster1.xml" Id="R7b02ac29c07b45f5" /><Relationship Type="http://schemas.openxmlformats.org/officeDocument/2006/relationships/presProps" Target="/ppt/presProps.xml" Id="R5030ee6895d1440c" /><Relationship Type="http://schemas.openxmlformats.org/officeDocument/2006/relationships/tableStyles" Target="/ppt/tableStyles.xml" Id="R82ea3f0b452344c1" /><Relationship Type="http://schemas.openxmlformats.org/officeDocument/2006/relationships/slide" Target="/ppt/slides/slide1.xml" Id="Rf1e2a70c4de7462f" /><Relationship Type="http://schemas.openxmlformats.org/officeDocument/2006/relationships/slide" Target="/ppt/slides/slide2.xml" Id="R09a40e66b081488d" /><Relationship Type="http://schemas.openxmlformats.org/officeDocument/2006/relationships/slide" Target="/ppt/slides/slide3.xml" Id="R6b1051ed5cd146a7" /><Relationship Type="http://schemas.openxmlformats.org/officeDocument/2006/relationships/slide" Target="/ppt/slides/slide4.xml" Id="Rcd48b8ec598c4fa2" /><Relationship Type="http://schemas.openxmlformats.org/officeDocument/2006/relationships/slide" Target="/ppt/slides/slide5.xml" Id="Raf9191ce1c6247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9e17833c2c44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f42e534aea4877" /><Relationship Type="http://schemas.openxmlformats.org/officeDocument/2006/relationships/notesMaster" Target="/ppt/notesMasters/notesMaster1.xml" Id="R49da788b83054b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06f0741b414e85" /><Relationship Type="http://schemas.openxmlformats.org/officeDocument/2006/relationships/notesMaster" Target="/ppt/notesMasters/notesMaster1.xml" Id="Rb43ef8a55ef847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8a2a02711749a2" /><Relationship Type="http://schemas.openxmlformats.org/officeDocument/2006/relationships/notesMaster" Target="/ppt/notesMasters/notesMaster1.xml" Id="Rbbdadcfa5aa546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4b2344c0eb46a8" /><Relationship Type="http://schemas.openxmlformats.org/officeDocument/2006/relationships/notesMaster" Target="/ppt/notesMasters/notesMaster1.xml" Id="Rdee538c610b74e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ca4c8dc5144d6c" /><Relationship Type="http://schemas.openxmlformats.org/officeDocument/2006/relationships/notesMaster" Target="/ppt/notesMasters/notesMaster1.xml" Id="Re8f06952cd4d45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5fc99c2a144e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230b19add14c80" /><Relationship Type="http://schemas.openxmlformats.org/officeDocument/2006/relationships/slideLayout" Target="/ppt/slideLayouts/slideLayout1.xml" Id="R8519a462b6a544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19a462b6a544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11caa80cb14e4e" /><Relationship Type="http://schemas.openxmlformats.org/officeDocument/2006/relationships/image" Target="/ppt/media/image.png" Id="Rbf6b391d57f74f1d" /><Relationship Type="http://schemas.openxmlformats.org/officeDocument/2006/relationships/notesSlide" Target="/ppt/notesSlides/notesSlide1.xml" Id="R06b85bdea3cb48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35a6081cf4832" /><Relationship Type="http://schemas.openxmlformats.org/officeDocument/2006/relationships/image" Target="/ppt/media/image2.png" Id="R27f40eadc4854d66" /><Relationship Type="http://schemas.openxmlformats.org/officeDocument/2006/relationships/notesSlide" Target="/ppt/notesSlides/notesSlide2.xml" Id="R80046a73066a44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10d09b17da4230" /><Relationship Type="http://schemas.openxmlformats.org/officeDocument/2006/relationships/image" Target="/ppt/media/image3.png" Id="R1854f0a456894171" /><Relationship Type="http://schemas.openxmlformats.org/officeDocument/2006/relationships/notesSlide" Target="/ppt/notesSlides/notesSlide3.xml" Id="R95986a7eb7fd40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bdf8d452b74564" /><Relationship Type="http://schemas.openxmlformats.org/officeDocument/2006/relationships/image" Target="/ppt/media/image4.png" Id="R5ecc681ab83d4c27" /><Relationship Type="http://schemas.openxmlformats.org/officeDocument/2006/relationships/notesSlide" Target="/ppt/notesSlides/notesSlide4.xml" Id="R0eea2253f4da44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045e7d08d849eb" /><Relationship Type="http://schemas.openxmlformats.org/officeDocument/2006/relationships/image" Target="/ppt/media/image5.png" Id="R5d2f00723ee3427a" /><Relationship Type="http://schemas.openxmlformats.org/officeDocument/2006/relationships/notesSlide" Target="/ppt/notesSlides/notesSlide5.xml" Id="R0830d03ed9f34be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rid-v-43">
            <a:extLst xmlns:a="http://schemas.openxmlformats.org/drawingml/2006/main">
              <a:ext uri="{FF2B5EF4-FFF2-40B4-BE49-F238E27FC236}">
                <a16:creationId xmlns:a16="http://schemas.microsoft.com/office/drawing/2014/main" id="{9AC98E40-105E-4498-9F5B-322BEE68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2" name="grid-v-85">
            <a:extLst xmlns:a="http://schemas.openxmlformats.org/drawingml/2006/main">
              <a:ext uri="{FF2B5EF4-FFF2-40B4-BE49-F238E27FC236}">
                <a16:creationId xmlns:a16="http://schemas.microsoft.com/office/drawing/2014/main" id="{87D5119E-70AF-485A-A6C9-5835540F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3" name="grid-v-128">
            <a:extLst xmlns:a="http://schemas.openxmlformats.org/drawingml/2006/main">
              <a:ext uri="{FF2B5EF4-FFF2-40B4-BE49-F238E27FC236}">
                <a16:creationId xmlns:a16="http://schemas.microsoft.com/office/drawing/2014/main" id="{4FC8A37A-A440-4245-90CE-90637B85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4" name="grid-v-171">
            <a:extLst xmlns:a="http://schemas.openxmlformats.org/drawingml/2006/main">
              <a:ext uri="{FF2B5EF4-FFF2-40B4-BE49-F238E27FC236}">
                <a16:creationId xmlns:a16="http://schemas.microsoft.com/office/drawing/2014/main" id="{4D2766C8-819B-4C8C-8A66-F5414C4B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5" name="grid-v-213">
            <a:extLst xmlns:a="http://schemas.openxmlformats.org/drawingml/2006/main">
              <a:ext uri="{FF2B5EF4-FFF2-40B4-BE49-F238E27FC236}">
                <a16:creationId xmlns:a16="http://schemas.microsoft.com/office/drawing/2014/main" id="{57B79934-517F-41A6-A93A-6C9C0BDC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6" name="grid-v-256">
            <a:extLst xmlns:a="http://schemas.openxmlformats.org/drawingml/2006/main">
              <a:ext uri="{FF2B5EF4-FFF2-40B4-BE49-F238E27FC236}">
                <a16:creationId xmlns:a16="http://schemas.microsoft.com/office/drawing/2014/main" id="{E42733F1-1A2B-46AA-BFB3-F3E23C5F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7" name="grid-v-299">
            <a:extLst xmlns:a="http://schemas.openxmlformats.org/drawingml/2006/main">
              <a:ext uri="{FF2B5EF4-FFF2-40B4-BE49-F238E27FC236}">
                <a16:creationId xmlns:a16="http://schemas.microsoft.com/office/drawing/2014/main" id="{045E42FC-79BF-42AE-9AAB-E11CC304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48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8" name="grid-v-341">
            <a:extLst xmlns:a="http://schemas.openxmlformats.org/drawingml/2006/main">
              <a:ext uri="{FF2B5EF4-FFF2-40B4-BE49-F238E27FC236}">
                <a16:creationId xmlns:a16="http://schemas.microsoft.com/office/drawing/2014/main" id="{01E4E7AF-D029-4451-8789-C429B6A8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2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9" name="grid-v-384">
            <a:extLst xmlns:a="http://schemas.openxmlformats.org/drawingml/2006/main">
              <a:ext uri="{FF2B5EF4-FFF2-40B4-BE49-F238E27FC236}">
                <a16:creationId xmlns:a16="http://schemas.microsoft.com/office/drawing/2014/main" id="{CDB13AAB-D429-479D-853B-C80AE30A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10" name="grid-v-427">
            <a:extLst xmlns:a="http://schemas.openxmlformats.org/drawingml/2006/main">
              <a:ext uri="{FF2B5EF4-FFF2-40B4-BE49-F238E27FC236}">
                <a16:creationId xmlns:a16="http://schemas.microsoft.com/office/drawing/2014/main" id="{4B2D14E7-2832-49A7-8744-3BC5A1BB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11" name="grid-v-469">
            <a:extLst xmlns:a="http://schemas.openxmlformats.org/drawingml/2006/main">
              <a:ext uri="{FF2B5EF4-FFF2-40B4-BE49-F238E27FC236}">
                <a16:creationId xmlns:a16="http://schemas.microsoft.com/office/drawing/2014/main" id="{07207B79-8D64-4A58-9E0F-454935E4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12" name="grid-v-512">
            <a:extLst xmlns:a="http://schemas.openxmlformats.org/drawingml/2006/main">
              <a:ext uri="{FF2B5EF4-FFF2-40B4-BE49-F238E27FC236}">
                <a16:creationId xmlns:a16="http://schemas.microsoft.com/office/drawing/2014/main" id="{E372467E-24DA-4264-A147-D2190625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13" name="grid-v-555">
            <a:extLst xmlns:a="http://schemas.openxmlformats.org/drawingml/2006/main">
              <a:ext uri="{FF2B5EF4-FFF2-40B4-BE49-F238E27FC236}">
                <a16:creationId xmlns:a16="http://schemas.microsoft.com/office/drawing/2014/main" id="{1F07DE1D-0FDB-4499-A579-972A7551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32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14" name="grid-v-597">
            <a:extLst xmlns:a="http://schemas.openxmlformats.org/drawingml/2006/main">
              <a:ext uri="{FF2B5EF4-FFF2-40B4-BE49-F238E27FC236}">
                <a16:creationId xmlns:a16="http://schemas.microsoft.com/office/drawing/2014/main" id="{2C03CCAA-4387-4AEE-8D84-F25C7E2A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96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15" name="grid-v-640">
            <a:extLst xmlns:a="http://schemas.openxmlformats.org/drawingml/2006/main">
              <a:ext uri="{FF2B5EF4-FFF2-40B4-BE49-F238E27FC236}">
                <a16:creationId xmlns:a16="http://schemas.microsoft.com/office/drawing/2014/main" id="{E494644D-18ED-4EA1-94C3-B4C037F9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16" name="grid-v-683">
            <a:extLst xmlns:a="http://schemas.openxmlformats.org/drawingml/2006/main">
              <a:ext uri="{FF2B5EF4-FFF2-40B4-BE49-F238E27FC236}">
                <a16:creationId xmlns:a16="http://schemas.microsoft.com/office/drawing/2014/main" id="{F319CF82-72C4-4203-BB3A-C665CA43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4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17" name="grid-v-725">
            <a:extLst xmlns:a="http://schemas.openxmlformats.org/drawingml/2006/main">
              <a:ext uri="{FF2B5EF4-FFF2-40B4-BE49-F238E27FC236}">
                <a16:creationId xmlns:a16="http://schemas.microsoft.com/office/drawing/2014/main" id="{AA0F513E-995F-4CB2-8739-BB99D397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88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18" name="grid-v-768">
            <a:extLst xmlns:a="http://schemas.openxmlformats.org/drawingml/2006/main">
              <a:ext uri="{FF2B5EF4-FFF2-40B4-BE49-F238E27FC236}">
                <a16:creationId xmlns:a16="http://schemas.microsoft.com/office/drawing/2014/main" id="{9673B7BE-2559-45EC-B9FF-F45AD996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19" name="grid-v-811">
            <a:extLst xmlns:a="http://schemas.openxmlformats.org/drawingml/2006/main">
              <a:ext uri="{FF2B5EF4-FFF2-40B4-BE49-F238E27FC236}">
                <a16:creationId xmlns:a16="http://schemas.microsoft.com/office/drawing/2014/main" id="{88EB2CF3-17D3-4B18-A8DD-452B5B63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6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20" name="grid-v-853">
            <a:extLst xmlns:a="http://schemas.openxmlformats.org/drawingml/2006/main">
              <a:ext uri="{FF2B5EF4-FFF2-40B4-BE49-F238E27FC236}">
                <a16:creationId xmlns:a16="http://schemas.microsoft.com/office/drawing/2014/main" id="{F3D8F6C2-50A5-4945-B5BA-FB3C3749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21" name="grid-v-896">
            <a:extLst xmlns:a="http://schemas.openxmlformats.org/drawingml/2006/main">
              <a:ext uri="{FF2B5EF4-FFF2-40B4-BE49-F238E27FC236}">
                <a16:creationId xmlns:a16="http://schemas.microsoft.com/office/drawing/2014/main" id="{CC271610-82BD-49BA-8900-62EBB189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22" name="grid-v-939">
            <a:extLst xmlns:a="http://schemas.openxmlformats.org/drawingml/2006/main">
              <a:ext uri="{FF2B5EF4-FFF2-40B4-BE49-F238E27FC236}">
                <a16:creationId xmlns:a16="http://schemas.microsoft.com/office/drawing/2014/main" id="{4A99A597-335C-478C-A2C9-FF3DDAA3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08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23" name="grid-v-981">
            <a:extLst xmlns:a="http://schemas.openxmlformats.org/drawingml/2006/main">
              <a:ext uri="{FF2B5EF4-FFF2-40B4-BE49-F238E27FC236}">
                <a16:creationId xmlns:a16="http://schemas.microsoft.com/office/drawing/2014/main" id="{128113ED-1107-4D71-8FC9-A5329048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72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24" name="grid-v-1024">
            <a:extLst xmlns:a="http://schemas.openxmlformats.org/drawingml/2006/main">
              <a:ext uri="{FF2B5EF4-FFF2-40B4-BE49-F238E27FC236}">
                <a16:creationId xmlns:a16="http://schemas.microsoft.com/office/drawing/2014/main" id="{4E5C8FA9-0C67-44B0-B196-4E5BEC8E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25" name="grid-v-1067">
            <a:extLst xmlns:a="http://schemas.openxmlformats.org/drawingml/2006/main">
              <a:ext uri="{FF2B5EF4-FFF2-40B4-BE49-F238E27FC236}">
                <a16:creationId xmlns:a16="http://schemas.microsoft.com/office/drawing/2014/main" id="{18C0ED29-D88E-40AE-8FEE-516DDF35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26" name="grid-v-1109">
            <a:extLst xmlns:a="http://schemas.openxmlformats.org/drawingml/2006/main">
              <a:ext uri="{FF2B5EF4-FFF2-40B4-BE49-F238E27FC236}">
                <a16:creationId xmlns:a16="http://schemas.microsoft.com/office/drawing/2014/main" id="{0A33CC5F-3370-4074-81A4-ACA556F1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64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27" name="grid-v-1152">
            <a:extLst xmlns:a="http://schemas.openxmlformats.org/drawingml/2006/main">
              <a:ext uri="{FF2B5EF4-FFF2-40B4-BE49-F238E27FC236}">
                <a16:creationId xmlns:a16="http://schemas.microsoft.com/office/drawing/2014/main" id="{ACCD5A4C-291D-4CAF-AD4A-2E461B93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28" name="grid-v-1195">
            <a:extLst xmlns:a="http://schemas.openxmlformats.org/drawingml/2006/main">
              <a:ext uri="{FF2B5EF4-FFF2-40B4-BE49-F238E27FC236}">
                <a16:creationId xmlns:a16="http://schemas.microsoft.com/office/drawing/2014/main" id="{0ACEB3F0-888E-424C-8682-C6A15777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92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29" name="grid-v-1237">
            <a:extLst xmlns:a="http://schemas.openxmlformats.org/drawingml/2006/main">
              <a:ext uri="{FF2B5EF4-FFF2-40B4-BE49-F238E27FC236}">
                <a16:creationId xmlns:a16="http://schemas.microsoft.com/office/drawing/2014/main" id="{D67D1A3D-9E87-4DAE-955F-4E07F06D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56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30" name="grid-h-59">
            <a:extLst xmlns:a="http://schemas.openxmlformats.org/drawingml/2006/main">
              <a:ext uri="{FF2B5EF4-FFF2-40B4-BE49-F238E27FC236}">
                <a16:creationId xmlns:a16="http://schemas.microsoft.com/office/drawing/2014/main" id="{13A5050C-B4AA-4754-B1CA-D5BE9793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588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31" name="grid-h-101">
            <a:extLst xmlns:a="http://schemas.openxmlformats.org/drawingml/2006/main">
              <a:ext uri="{FF2B5EF4-FFF2-40B4-BE49-F238E27FC236}">
                <a16:creationId xmlns:a16="http://schemas.microsoft.com/office/drawing/2014/main" id="{9EB3A62E-6623-496B-A5DF-7D397DF3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652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32" name="grid-h-144">
            <a:extLst xmlns:a="http://schemas.openxmlformats.org/drawingml/2006/main">
              <a:ext uri="{FF2B5EF4-FFF2-40B4-BE49-F238E27FC236}">
                <a16:creationId xmlns:a16="http://schemas.microsoft.com/office/drawing/2014/main" id="{B40930B8-DECC-41C3-8465-99805D06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3716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33" name="grid-h-187">
            <a:extLst xmlns:a="http://schemas.openxmlformats.org/drawingml/2006/main">
              <a:ext uri="{FF2B5EF4-FFF2-40B4-BE49-F238E27FC236}">
                <a16:creationId xmlns:a16="http://schemas.microsoft.com/office/drawing/2014/main" id="{2F13D7F7-B97F-416C-8C6D-67714D1F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7780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34" name="grid-h-229">
            <a:extLst xmlns:a="http://schemas.openxmlformats.org/drawingml/2006/main">
              <a:ext uri="{FF2B5EF4-FFF2-40B4-BE49-F238E27FC236}">
                <a16:creationId xmlns:a16="http://schemas.microsoft.com/office/drawing/2014/main" id="{B934E89A-3891-48C4-9E5A-07067F7A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1844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35" name="grid-h-272">
            <a:extLst xmlns:a="http://schemas.openxmlformats.org/drawingml/2006/main">
              <a:ext uri="{FF2B5EF4-FFF2-40B4-BE49-F238E27FC236}">
                <a16:creationId xmlns:a16="http://schemas.microsoft.com/office/drawing/2014/main" id="{90BFF1C0-C6F0-4FD9-9549-CF900D82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5908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36" name="grid-h-315">
            <a:extLst xmlns:a="http://schemas.openxmlformats.org/drawingml/2006/main">
              <a:ext uri="{FF2B5EF4-FFF2-40B4-BE49-F238E27FC236}">
                <a16:creationId xmlns:a16="http://schemas.microsoft.com/office/drawing/2014/main" id="{5B7A2815-EB0C-40C4-A426-E602A363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9972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37" name="grid-h-357">
            <a:extLst xmlns:a="http://schemas.openxmlformats.org/drawingml/2006/main">
              <a:ext uri="{FF2B5EF4-FFF2-40B4-BE49-F238E27FC236}">
                <a16:creationId xmlns:a16="http://schemas.microsoft.com/office/drawing/2014/main" id="{7651C9D4-E5C1-45C4-987A-8CC37F23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4036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38" name="grid-h-400">
            <a:extLst xmlns:a="http://schemas.openxmlformats.org/drawingml/2006/main">
              <a:ext uri="{FF2B5EF4-FFF2-40B4-BE49-F238E27FC236}">
                <a16:creationId xmlns:a16="http://schemas.microsoft.com/office/drawing/2014/main" id="{B275E1DE-A41B-49F2-9042-B551D30F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8100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39" name="grid-h-443">
            <a:extLst xmlns:a="http://schemas.openxmlformats.org/drawingml/2006/main">
              <a:ext uri="{FF2B5EF4-FFF2-40B4-BE49-F238E27FC236}">
                <a16:creationId xmlns:a16="http://schemas.microsoft.com/office/drawing/2014/main" id="{8BFF8439-33A5-4D70-9372-8F3CDEC6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2164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40" name="grid-h-485">
            <a:extLst xmlns:a="http://schemas.openxmlformats.org/drawingml/2006/main">
              <a:ext uri="{FF2B5EF4-FFF2-40B4-BE49-F238E27FC236}">
                <a16:creationId xmlns:a16="http://schemas.microsoft.com/office/drawing/2014/main" id="{653A5C52-217F-44F9-AC23-1F0C0A69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6228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41" name="grid-h-528">
            <a:extLst xmlns:a="http://schemas.openxmlformats.org/drawingml/2006/main">
              <a:ext uri="{FF2B5EF4-FFF2-40B4-BE49-F238E27FC236}">
                <a16:creationId xmlns:a16="http://schemas.microsoft.com/office/drawing/2014/main" id="{570B49A8-5251-4C3A-B127-153747D7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0292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42" name="grid-h-571">
            <a:extLst xmlns:a="http://schemas.openxmlformats.org/drawingml/2006/main">
              <a:ext uri="{FF2B5EF4-FFF2-40B4-BE49-F238E27FC236}">
                <a16:creationId xmlns:a16="http://schemas.microsoft.com/office/drawing/2014/main" id="{B56B2872-6F43-4159-BB1D-1FA6F996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4356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43" name="grid-h-613">
            <a:extLst xmlns:a="http://schemas.openxmlformats.org/drawingml/2006/main">
              <a:ext uri="{FF2B5EF4-FFF2-40B4-BE49-F238E27FC236}">
                <a16:creationId xmlns:a16="http://schemas.microsoft.com/office/drawing/2014/main" id="{8E7763B6-ED8B-4E06-8C4B-B3CD2A4C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8420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44" name="grid-h-656">
            <a:extLst xmlns:a="http://schemas.openxmlformats.org/drawingml/2006/main">
              <a:ext uri="{FF2B5EF4-FFF2-40B4-BE49-F238E27FC236}">
                <a16:creationId xmlns:a16="http://schemas.microsoft.com/office/drawing/2014/main" id="{B72BF243-BC11-4BCA-BAD1-C12FAAFE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2484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45" name="grid-h-699">
            <a:extLst xmlns:a="http://schemas.openxmlformats.org/drawingml/2006/main">
              <a:ext uri="{FF2B5EF4-FFF2-40B4-BE49-F238E27FC236}">
                <a16:creationId xmlns:a16="http://schemas.microsoft.com/office/drawing/2014/main" id="{C1E5F77A-977D-4D51-A2E3-ADF25384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6548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46" name="top-risk-red">
            <a:extLst xmlns:a="http://schemas.openxmlformats.org/drawingml/2006/main">
              <a:ext uri="{FF2B5EF4-FFF2-40B4-BE49-F238E27FC236}">
                <a16:creationId xmlns:a16="http://schemas.microsoft.com/office/drawing/2014/main" id="{96AFF7BA-5918-4C54-879D-7B01B1A7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2D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left-brand-blue">
            <a:extLst xmlns:a="http://schemas.openxmlformats.org/drawingml/2006/main">
              <a:ext uri="{FF2B5EF4-FFF2-40B4-BE49-F238E27FC236}">
                <a16:creationId xmlns:a16="http://schemas.microsoft.com/office/drawing/2014/main" id="{769235B5-A36B-4EF6-8075-1AE5A8D6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90500" cy="670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94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6b391d57f74f1d"/>
          <a:stretch xmlns:a="http://schemas.openxmlformats.org/drawingml/2006/main"/>
        </p:blipFill>
        <p:spPr>
          <a:xfrm xmlns:a="http://schemas.openxmlformats.org/drawingml/2006/main">
            <a:off x="716042" y="352425"/>
            <a:ext cx="377666" cy="495300"/>
          </a:xfrm>
          <a:prstGeom xmlns:a="http://schemas.openxmlformats.org/drawingml/2006/main" prst="rect">
            <a:avLst/>
          </a:prstGeom>
        </p:spPr>
      </p:pic>
      <p:sp>
        <p:nvSpPr>
          <p:cNvPr id="49" name="brand-name">
            <a:extLst xmlns:a="http://schemas.openxmlformats.org/drawingml/2006/main">
              <a:ext uri="{FF2B5EF4-FFF2-40B4-BE49-F238E27FC236}">
                <a16:creationId xmlns:a16="http://schemas.microsoft.com/office/drawing/2014/main" id="{2BFA54A0-3825-4645-B39B-6B22C09F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815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00" b="1">
                <a:solidFill>
                  <a:srgbClr val="17294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2100" b="1">
                <a:solidFill>
                  <a:srgbClr val="17294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广东企加税务师事务所</a:t>
            </a:r>
          </a:p>
        </p:txBody>
      </p:sp>
      <p:sp>
        <p:nvSpPr>
          <p:cNvPr id="50" name="brand-rule">
            <a:extLst xmlns:a="http://schemas.openxmlformats.org/drawingml/2006/main">
              <a:ext uri="{FF2B5EF4-FFF2-40B4-BE49-F238E27FC236}">
                <a16:creationId xmlns:a16="http://schemas.microsoft.com/office/drawing/2014/main" id="{2CAEEC2F-02D8-4A28-B2EB-035AB5FB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6DCE7"/>
            </a:solidFill>
            <a:prstDash val="solid"/>
          </a:ln>
        </p:spPr>
      </p:sp>
      <p:sp>
        <p:nvSpPr>
          <p:cNvPr id="51" name="page-code">
            <a:extLst xmlns:a="http://schemas.openxmlformats.org/drawingml/2006/main">
              <a:ext uri="{FF2B5EF4-FFF2-40B4-BE49-F238E27FC236}">
                <a16:creationId xmlns:a16="http://schemas.microsoft.com/office/drawing/2014/main" id="{4CAE4C86-F22A-4C1F-8316-E1204D16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286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425" b="1">
                <a:solidFill>
                  <a:srgbClr val="17294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425" b="1">
                <a:solidFill>
                  <a:srgbClr val="17294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01</a:t>
            </a:r>
          </a:p>
        </p:txBody>
      </p:sp>
      <p:sp>
        <p:nvSpPr>
          <p:cNvPr id="52" name="section-code">
            <a:extLst xmlns:a="http://schemas.openxmlformats.org/drawingml/2006/main">
              <a:ext uri="{FF2B5EF4-FFF2-40B4-BE49-F238E27FC236}">
                <a16:creationId xmlns:a16="http://schemas.microsoft.com/office/drawing/2014/main" id="{58DB7FF6-D64D-4EB2-BAC0-AA2142B2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70485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5E677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050" b="1">
                <a:solidFill>
                  <a:srgbClr val="5E677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QIJIA TAX · TEMPLATE</a:t>
            </a:r>
          </a:p>
        </p:txBody>
      </p:sp>
      <p:sp>
        <p:nvSpPr>
          <p:cNvPr id="5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188EA9E-1F2A-4B4F-841B-16A49704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7"/>
            </a:solidFill>
            <a:prstDash val="solid"/>
          </a:ln>
        </p:spPr>
      </p:sp>
      <p:sp>
        <p:nvSpPr>
          <p:cNvPr id="54" name="footer">
            <a:extLst xmlns:a="http://schemas.openxmlformats.org/drawingml/2006/main">
              <a:ext uri="{FF2B5EF4-FFF2-40B4-BE49-F238E27FC236}">
                <a16:creationId xmlns:a16="http://schemas.microsoft.com/office/drawing/2014/main" id="{AE219BD0-F63E-4393-BBFB-33FD4A58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 b="1">
                <a:solidFill>
                  <a:srgbClr val="5E677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125" b="1">
                <a:solidFill>
                  <a:srgbClr val="5E677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专题培训 · 正式培训版 · 广东企加税务师事务所</a:t>
            </a:r>
          </a:p>
        </p:txBody>
      </p:sp>
      <p:sp>
        <p:nvSpPr>
          <p:cNvPr id="55" name="risk-red-rule">
            <a:extLst xmlns:a="http://schemas.openxmlformats.org/drawingml/2006/main">
              <a:ext uri="{FF2B5EF4-FFF2-40B4-BE49-F238E27FC236}">
                <a16:creationId xmlns:a16="http://schemas.microsoft.com/office/drawing/2014/main" id="{134B61CA-8352-4348-9438-8C0E8FF9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0650"/>
            <a:ext cx="1162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2D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DAF29CD-ED16-4777-A53C-6F56EDB8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4950" b="1">
                <a:solidFill>
                  <a:srgbClr val="10182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4950" b="1">
                <a:solidFill>
                  <a:srgbClr val="10182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主标题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4950" b="1">
                <a:solidFill>
                  <a:srgbClr val="10182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4950" b="1">
                <a:solidFill>
                  <a:srgbClr val="10182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第二行标题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4950" b="1">
                <a:solidFill>
                  <a:srgbClr val="10182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4950" b="1">
                <a:solidFill>
                  <a:srgbClr val="10182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第三行标题</a:t>
            </a:r>
          </a:p>
        </p:txBody>
      </p:sp>
      <p:sp>
        <p:nvSpPr>
          <p:cNvPr id="57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543403B-305E-4C77-BE16-FBD19DB9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600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025">
                <a:solidFill>
                  <a:srgbClr val="5E677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2025">
                <a:solidFill>
                  <a:srgbClr val="5E677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一句话副标题：说明本次培训、汇报或专题的核心价值。</a:t>
            </a:r>
          </a:p>
        </p:txBody>
      </p:sp>
      <p:sp>
        <p:nvSpPr>
          <p:cNvPr id="58" name="cover-chip-0-bg">
            <a:extLst xmlns:a="http://schemas.openxmlformats.org/drawingml/2006/main">
              <a:ext uri="{FF2B5EF4-FFF2-40B4-BE49-F238E27FC236}">
                <a16:creationId xmlns:a16="http://schemas.microsoft.com/office/drawing/2014/main" id="{D7BE6EBA-728A-44E4-A387-4238C687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1752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7"/>
            </a:solidFill>
            <a:prstDash val="solid"/>
          </a:ln>
        </p:spPr>
      </p:sp>
      <p:sp>
        <p:nvSpPr>
          <p:cNvPr id="59" name="cover-chip-0-text">
            <a:extLst xmlns:a="http://schemas.openxmlformats.org/drawingml/2006/main">
              <a:ext uri="{FF2B5EF4-FFF2-40B4-BE49-F238E27FC236}">
                <a16:creationId xmlns:a16="http://schemas.microsoft.com/office/drawing/2014/main" id="{A7C5C7A4-E970-4FAB-B113-C159197A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959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17294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425" b="1">
                <a:solidFill>
                  <a:srgbClr val="17294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标签一</a:t>
            </a:r>
          </a:p>
        </p:txBody>
      </p:sp>
      <p:sp>
        <p:nvSpPr>
          <p:cNvPr id="60" name="cover-chip-1-bg">
            <a:extLst xmlns:a="http://schemas.openxmlformats.org/drawingml/2006/main">
              <a:ext uri="{FF2B5EF4-FFF2-40B4-BE49-F238E27FC236}">
                <a16:creationId xmlns:a16="http://schemas.microsoft.com/office/drawing/2014/main" id="{34933E8B-B56C-42AA-9388-8194A35B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410200"/>
            <a:ext cx="1752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7"/>
            </a:solidFill>
            <a:prstDash val="solid"/>
          </a:ln>
        </p:spPr>
      </p:sp>
      <p:sp>
        <p:nvSpPr>
          <p:cNvPr id="61" name="cover-chip-1-text">
            <a:extLst xmlns:a="http://schemas.openxmlformats.org/drawingml/2006/main">
              <a:ext uri="{FF2B5EF4-FFF2-40B4-BE49-F238E27FC236}">
                <a16:creationId xmlns:a16="http://schemas.microsoft.com/office/drawing/2014/main" id="{BBC42C0C-F06B-48B4-9203-2871049A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4959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17294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425" b="1">
                <a:solidFill>
                  <a:srgbClr val="17294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标签二</a:t>
            </a:r>
          </a:p>
        </p:txBody>
      </p:sp>
      <p:sp>
        <p:nvSpPr>
          <p:cNvPr id="62" name="cover-chip-2-bg">
            <a:extLst xmlns:a="http://schemas.openxmlformats.org/drawingml/2006/main">
              <a:ext uri="{FF2B5EF4-FFF2-40B4-BE49-F238E27FC236}">
                <a16:creationId xmlns:a16="http://schemas.microsoft.com/office/drawing/2014/main" id="{A77865AF-A509-4557-BF1E-FE457610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410200"/>
            <a:ext cx="1752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7"/>
            </a:solidFill>
            <a:prstDash val="solid"/>
          </a:ln>
        </p:spPr>
      </p:sp>
      <p:sp>
        <p:nvSpPr>
          <p:cNvPr id="63" name="cover-chip-2-text">
            <a:extLst xmlns:a="http://schemas.openxmlformats.org/drawingml/2006/main">
              <a:ext uri="{FF2B5EF4-FFF2-40B4-BE49-F238E27FC236}">
                <a16:creationId xmlns:a16="http://schemas.microsoft.com/office/drawing/2014/main" id="{E2F1A859-69D8-4337-A1E8-913BBA16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4959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17294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425" b="1">
                <a:solidFill>
                  <a:srgbClr val="17294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标签三</a:t>
            </a:r>
          </a:p>
        </p:txBody>
      </p:sp>
      <p:sp>
        <p:nvSpPr>
          <p:cNvPr id="64" name="cover-panel">
            <a:extLst xmlns:a="http://schemas.openxmlformats.org/drawingml/2006/main">
              <a:ext uri="{FF2B5EF4-FFF2-40B4-BE49-F238E27FC236}">
                <a16:creationId xmlns:a16="http://schemas.microsoft.com/office/drawing/2014/main" id="{E35D6673-B7D3-4487-ADD9-EA3DAA17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276350"/>
            <a:ext cx="3695700" cy="472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3"/>
          </a:solidFill>
          <a:ln xmlns:a="http://schemas.openxmlformats.org/drawingml/2006/main" w="9525">
            <a:solidFill>
              <a:srgbClr val="D6DCE7"/>
            </a:solidFill>
            <a:prstDash val="solid"/>
          </a:ln>
        </p:spPr>
      </p:sp>
      <p:sp>
        <p:nvSpPr>
          <p:cNvPr id="65" name="cover-panel-red">
            <a:extLst xmlns:a="http://schemas.openxmlformats.org/drawingml/2006/main">
              <a:ext uri="{FF2B5EF4-FFF2-40B4-BE49-F238E27FC236}">
                <a16:creationId xmlns:a16="http://schemas.microsoft.com/office/drawing/2014/main" id="{084A6751-4120-44D8-AB28-824A9FAA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5735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2D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cover-panel-title">
            <a:extLst xmlns:a="http://schemas.openxmlformats.org/drawingml/2006/main">
              <a:ext uri="{FF2B5EF4-FFF2-40B4-BE49-F238E27FC236}">
                <a16:creationId xmlns:a16="http://schemas.microsoft.com/office/drawing/2014/main" id="{554FAFC6-AA39-4AD0-B70A-26110ABF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383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950" b="1">
                <a:solidFill>
                  <a:srgbClr val="17294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950" b="1">
                <a:solidFill>
                  <a:srgbClr val="17294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右侧重点摘要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950" b="1">
                <a:solidFill>
                  <a:srgbClr val="17294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950" b="1">
                <a:solidFill>
                  <a:srgbClr val="17294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或证据链标题</a:t>
            </a:r>
          </a:p>
        </p:txBody>
      </p:sp>
      <p:sp>
        <p:nvSpPr>
          <p:cNvPr id="67" name="cover-dot-0">
            <a:extLst xmlns:a="http://schemas.openxmlformats.org/drawingml/2006/main">
              <a:ext uri="{FF2B5EF4-FFF2-40B4-BE49-F238E27FC236}">
                <a16:creationId xmlns:a16="http://schemas.microsoft.com/office/drawing/2014/main" id="{03A93643-85B0-4E2F-9828-898903B9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cover-dot-no-0">
            <a:extLst xmlns:a="http://schemas.openxmlformats.org/drawingml/2006/main">
              <a:ext uri="{FF2B5EF4-FFF2-40B4-BE49-F238E27FC236}">
                <a16:creationId xmlns:a16="http://schemas.microsoft.com/office/drawing/2014/main" id="{2F0AF363-E785-447B-BD2E-E58F4D95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209925"/>
            <a:ext cx="209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FFFFFF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900" b="1">
                <a:solidFill>
                  <a:srgbClr val="FFFFFF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01</a:t>
            </a:r>
          </a:p>
        </p:txBody>
      </p:sp>
      <p:sp>
        <p:nvSpPr>
          <p:cNvPr id="69" name="cover-chain-text-0">
            <a:extLst xmlns:a="http://schemas.openxmlformats.org/drawingml/2006/main">
              <a:ext uri="{FF2B5EF4-FFF2-40B4-BE49-F238E27FC236}">
                <a16:creationId xmlns:a16="http://schemas.microsoft.com/office/drawing/2014/main" id="{E8F47DC4-78FF-41D1-B962-7B425ADC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718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 b="1">
                <a:solidFill>
                  <a:srgbClr val="10182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500" b="1">
                <a:solidFill>
                  <a:srgbClr val="10182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关键点一</a:t>
            </a:r>
          </a:p>
        </p:txBody>
      </p:sp>
      <p:sp>
        <p:nvSpPr>
          <p:cNvPr id="70" name="cover-dot-1">
            <a:extLst xmlns:a="http://schemas.openxmlformats.org/drawingml/2006/main">
              <a:ext uri="{FF2B5EF4-FFF2-40B4-BE49-F238E27FC236}">
                <a16:creationId xmlns:a16="http://schemas.microsoft.com/office/drawing/2014/main" id="{2626A8E3-3CAF-40F3-859F-E940EEEF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957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cover-dot-no-1">
            <a:extLst xmlns:a="http://schemas.openxmlformats.org/drawingml/2006/main">
              <a:ext uri="{FF2B5EF4-FFF2-40B4-BE49-F238E27FC236}">
                <a16:creationId xmlns:a16="http://schemas.microsoft.com/office/drawing/2014/main" id="{4383381B-3E31-4F37-95A1-9AA46F9D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762375"/>
            <a:ext cx="209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FFFFFF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900" b="1">
                <a:solidFill>
                  <a:srgbClr val="FFFFFF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02</a:t>
            </a:r>
          </a:p>
        </p:txBody>
      </p:sp>
      <p:sp>
        <p:nvSpPr>
          <p:cNvPr id="72" name="cover-chain-text-1">
            <a:extLst xmlns:a="http://schemas.openxmlformats.org/drawingml/2006/main">
              <a:ext uri="{FF2B5EF4-FFF2-40B4-BE49-F238E27FC236}">
                <a16:creationId xmlns:a16="http://schemas.microsoft.com/office/drawing/2014/main" id="{C8B93B1A-D660-43D5-96B7-2DBA1885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242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 b="1">
                <a:solidFill>
                  <a:srgbClr val="10182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500" b="1">
                <a:solidFill>
                  <a:srgbClr val="10182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关键点二</a:t>
            </a:r>
          </a:p>
        </p:txBody>
      </p:sp>
      <p:sp>
        <p:nvSpPr>
          <p:cNvPr id="73" name="cover-dot-2">
            <a:extLst xmlns:a="http://schemas.openxmlformats.org/drawingml/2006/main">
              <a:ext uri="{FF2B5EF4-FFF2-40B4-BE49-F238E27FC236}">
                <a16:creationId xmlns:a16="http://schemas.microsoft.com/office/drawing/2014/main" id="{C9F348B1-87EF-4866-B712-58EBD9D5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2481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cover-dot-no-2">
            <a:extLst xmlns:a="http://schemas.openxmlformats.org/drawingml/2006/main">
              <a:ext uri="{FF2B5EF4-FFF2-40B4-BE49-F238E27FC236}">
                <a16:creationId xmlns:a16="http://schemas.microsoft.com/office/drawing/2014/main" id="{536C3380-BE69-4B6C-903F-08BF0448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314825"/>
            <a:ext cx="209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FFFFFF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900" b="1">
                <a:solidFill>
                  <a:srgbClr val="FFFFFF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03</a:t>
            </a:r>
          </a:p>
        </p:txBody>
      </p:sp>
      <p:sp>
        <p:nvSpPr>
          <p:cNvPr id="75" name="cover-chain-text-2">
            <a:extLst xmlns:a="http://schemas.openxmlformats.org/drawingml/2006/main">
              <a:ext uri="{FF2B5EF4-FFF2-40B4-BE49-F238E27FC236}">
                <a16:creationId xmlns:a16="http://schemas.microsoft.com/office/drawing/2014/main" id="{51F3DBE9-33CB-4D33-91DB-76424382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767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 b="1">
                <a:solidFill>
                  <a:srgbClr val="10182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500" b="1">
                <a:solidFill>
                  <a:srgbClr val="10182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关键点三</a:t>
            </a:r>
          </a:p>
        </p:txBody>
      </p:sp>
      <p:sp>
        <p:nvSpPr>
          <p:cNvPr id="76" name="cover-dot-3">
            <a:extLst xmlns:a="http://schemas.openxmlformats.org/drawingml/2006/main">
              <a:ext uri="{FF2B5EF4-FFF2-40B4-BE49-F238E27FC236}">
                <a16:creationId xmlns:a16="http://schemas.microsoft.com/office/drawing/2014/main" id="{6E2AC6E9-AB27-4A14-A226-E7F219AA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800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2D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cover-dot-no-3">
            <a:extLst xmlns:a="http://schemas.openxmlformats.org/drawingml/2006/main">
              <a:ext uri="{FF2B5EF4-FFF2-40B4-BE49-F238E27FC236}">
                <a16:creationId xmlns:a16="http://schemas.microsoft.com/office/drawing/2014/main" id="{6B4C5E43-7BE0-4781-9922-D26BBDC9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867275"/>
            <a:ext cx="209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FFFFFF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900" b="1">
                <a:solidFill>
                  <a:srgbClr val="FFFFFF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04</a:t>
            </a:r>
          </a:p>
        </p:txBody>
      </p:sp>
      <p:sp>
        <p:nvSpPr>
          <p:cNvPr id="78" name="cover-chain-text-3">
            <a:extLst xmlns:a="http://schemas.openxmlformats.org/drawingml/2006/main">
              <a:ext uri="{FF2B5EF4-FFF2-40B4-BE49-F238E27FC236}">
                <a16:creationId xmlns:a16="http://schemas.microsoft.com/office/drawing/2014/main" id="{BBF1418E-640C-4E8E-99A9-6A67298F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291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 b="1">
                <a:solidFill>
                  <a:srgbClr val="10182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500" b="1">
                <a:solidFill>
                  <a:srgbClr val="10182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红线事项</a:t>
            </a:r>
          </a:p>
        </p:txBody>
      </p:sp>
    </p:spTree>
    <p:extLst>
      <p:ext uri="{BB962C8B-B14F-4D97-AF65-F5344CB8AC3E}">
        <p14:creationId xmlns:p14="http://schemas.microsoft.com/office/powerpoint/2010/main" val="381188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rid-v-43">
            <a:extLst xmlns:a="http://schemas.openxmlformats.org/drawingml/2006/main">
              <a:ext uri="{FF2B5EF4-FFF2-40B4-BE49-F238E27FC236}">
                <a16:creationId xmlns:a16="http://schemas.microsoft.com/office/drawing/2014/main" id="{7C93E3C4-16C8-48B5-9814-4A8DF369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2" name="grid-v-85">
            <a:extLst xmlns:a="http://schemas.openxmlformats.org/drawingml/2006/main">
              <a:ext uri="{FF2B5EF4-FFF2-40B4-BE49-F238E27FC236}">
                <a16:creationId xmlns:a16="http://schemas.microsoft.com/office/drawing/2014/main" id="{6AD2A77D-2399-4D3F-B093-5D5089DB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3" name="grid-v-128">
            <a:extLst xmlns:a="http://schemas.openxmlformats.org/drawingml/2006/main">
              <a:ext uri="{FF2B5EF4-FFF2-40B4-BE49-F238E27FC236}">
                <a16:creationId xmlns:a16="http://schemas.microsoft.com/office/drawing/2014/main" id="{4B703F7C-C653-428B-9422-29605443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4" name="grid-v-171">
            <a:extLst xmlns:a="http://schemas.openxmlformats.org/drawingml/2006/main">
              <a:ext uri="{FF2B5EF4-FFF2-40B4-BE49-F238E27FC236}">
                <a16:creationId xmlns:a16="http://schemas.microsoft.com/office/drawing/2014/main" id="{19A87AFE-5391-455C-9A0D-82B35171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5" name="grid-v-213">
            <a:extLst xmlns:a="http://schemas.openxmlformats.org/drawingml/2006/main">
              <a:ext uri="{FF2B5EF4-FFF2-40B4-BE49-F238E27FC236}">
                <a16:creationId xmlns:a16="http://schemas.microsoft.com/office/drawing/2014/main" id="{003A7BD6-0DF3-4D0A-9B5F-A8B246D6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6" name="grid-v-256">
            <a:extLst xmlns:a="http://schemas.openxmlformats.org/drawingml/2006/main">
              <a:ext uri="{FF2B5EF4-FFF2-40B4-BE49-F238E27FC236}">
                <a16:creationId xmlns:a16="http://schemas.microsoft.com/office/drawing/2014/main" id="{881A0A4A-4273-445A-8D01-706BB722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7" name="grid-v-299">
            <a:extLst xmlns:a="http://schemas.openxmlformats.org/drawingml/2006/main">
              <a:ext uri="{FF2B5EF4-FFF2-40B4-BE49-F238E27FC236}">
                <a16:creationId xmlns:a16="http://schemas.microsoft.com/office/drawing/2014/main" id="{1E7C0B5B-15EE-4131-B4E0-9F1BFC33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48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8" name="grid-v-341">
            <a:extLst xmlns:a="http://schemas.openxmlformats.org/drawingml/2006/main">
              <a:ext uri="{FF2B5EF4-FFF2-40B4-BE49-F238E27FC236}">
                <a16:creationId xmlns:a16="http://schemas.microsoft.com/office/drawing/2014/main" id="{8EAC2A6B-600E-4B3D-8592-7EB2D80E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2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9" name="grid-v-384">
            <a:extLst xmlns:a="http://schemas.openxmlformats.org/drawingml/2006/main">
              <a:ext uri="{FF2B5EF4-FFF2-40B4-BE49-F238E27FC236}">
                <a16:creationId xmlns:a16="http://schemas.microsoft.com/office/drawing/2014/main" id="{4D9A770B-7010-47F0-B381-C5D2C7A0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10" name="grid-v-427">
            <a:extLst xmlns:a="http://schemas.openxmlformats.org/drawingml/2006/main">
              <a:ext uri="{FF2B5EF4-FFF2-40B4-BE49-F238E27FC236}">
                <a16:creationId xmlns:a16="http://schemas.microsoft.com/office/drawing/2014/main" id="{D44D9B19-A2BC-4BF5-BEA0-C14329E9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11" name="grid-v-469">
            <a:extLst xmlns:a="http://schemas.openxmlformats.org/drawingml/2006/main">
              <a:ext uri="{FF2B5EF4-FFF2-40B4-BE49-F238E27FC236}">
                <a16:creationId xmlns:a16="http://schemas.microsoft.com/office/drawing/2014/main" id="{124C2F7D-35FC-4594-BF82-E91759ED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12" name="grid-v-512">
            <a:extLst xmlns:a="http://schemas.openxmlformats.org/drawingml/2006/main">
              <a:ext uri="{FF2B5EF4-FFF2-40B4-BE49-F238E27FC236}">
                <a16:creationId xmlns:a16="http://schemas.microsoft.com/office/drawing/2014/main" id="{0351C5E7-70CD-450D-ABF3-47D27F3A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13" name="grid-v-555">
            <a:extLst xmlns:a="http://schemas.openxmlformats.org/drawingml/2006/main">
              <a:ext uri="{FF2B5EF4-FFF2-40B4-BE49-F238E27FC236}">
                <a16:creationId xmlns:a16="http://schemas.microsoft.com/office/drawing/2014/main" id="{E7C1B0AB-D620-4A29-9458-04C3DA76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32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14" name="grid-v-597">
            <a:extLst xmlns:a="http://schemas.openxmlformats.org/drawingml/2006/main">
              <a:ext uri="{FF2B5EF4-FFF2-40B4-BE49-F238E27FC236}">
                <a16:creationId xmlns:a16="http://schemas.microsoft.com/office/drawing/2014/main" id="{8BCF8EB4-FD74-466D-9FDB-E3B12DF2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96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15" name="grid-v-640">
            <a:extLst xmlns:a="http://schemas.openxmlformats.org/drawingml/2006/main">
              <a:ext uri="{FF2B5EF4-FFF2-40B4-BE49-F238E27FC236}">
                <a16:creationId xmlns:a16="http://schemas.microsoft.com/office/drawing/2014/main" id="{1B686407-6311-434F-9844-5BA22B9D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16" name="grid-v-683">
            <a:extLst xmlns:a="http://schemas.openxmlformats.org/drawingml/2006/main">
              <a:ext uri="{FF2B5EF4-FFF2-40B4-BE49-F238E27FC236}">
                <a16:creationId xmlns:a16="http://schemas.microsoft.com/office/drawing/2014/main" id="{967B0609-9048-4FAA-A35C-4C8C9437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4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17" name="grid-v-725">
            <a:extLst xmlns:a="http://schemas.openxmlformats.org/drawingml/2006/main">
              <a:ext uri="{FF2B5EF4-FFF2-40B4-BE49-F238E27FC236}">
                <a16:creationId xmlns:a16="http://schemas.microsoft.com/office/drawing/2014/main" id="{2E0320B9-5925-402F-B700-53A1ECA8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88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18" name="grid-v-768">
            <a:extLst xmlns:a="http://schemas.openxmlformats.org/drawingml/2006/main">
              <a:ext uri="{FF2B5EF4-FFF2-40B4-BE49-F238E27FC236}">
                <a16:creationId xmlns:a16="http://schemas.microsoft.com/office/drawing/2014/main" id="{9C400D18-AE67-49C8-9349-A7C86346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19" name="grid-v-811">
            <a:extLst xmlns:a="http://schemas.openxmlformats.org/drawingml/2006/main">
              <a:ext uri="{FF2B5EF4-FFF2-40B4-BE49-F238E27FC236}">
                <a16:creationId xmlns:a16="http://schemas.microsoft.com/office/drawing/2014/main" id="{2DB9CBC6-6EA6-4BE8-87E4-9F193A0E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6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20" name="grid-v-853">
            <a:extLst xmlns:a="http://schemas.openxmlformats.org/drawingml/2006/main">
              <a:ext uri="{FF2B5EF4-FFF2-40B4-BE49-F238E27FC236}">
                <a16:creationId xmlns:a16="http://schemas.microsoft.com/office/drawing/2014/main" id="{0BD7E110-8BED-4D0A-AC7C-7CC799A2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21" name="grid-v-896">
            <a:extLst xmlns:a="http://schemas.openxmlformats.org/drawingml/2006/main">
              <a:ext uri="{FF2B5EF4-FFF2-40B4-BE49-F238E27FC236}">
                <a16:creationId xmlns:a16="http://schemas.microsoft.com/office/drawing/2014/main" id="{CB6F3314-3C8A-483E-867D-FE087C16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22" name="grid-v-939">
            <a:extLst xmlns:a="http://schemas.openxmlformats.org/drawingml/2006/main">
              <a:ext uri="{FF2B5EF4-FFF2-40B4-BE49-F238E27FC236}">
                <a16:creationId xmlns:a16="http://schemas.microsoft.com/office/drawing/2014/main" id="{60B67206-9749-40D8-88AF-48906C6A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08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23" name="grid-v-981">
            <a:extLst xmlns:a="http://schemas.openxmlformats.org/drawingml/2006/main">
              <a:ext uri="{FF2B5EF4-FFF2-40B4-BE49-F238E27FC236}">
                <a16:creationId xmlns:a16="http://schemas.microsoft.com/office/drawing/2014/main" id="{E70E93DC-20BA-43B2-AEE9-F0A2DD5B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72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24" name="grid-v-1024">
            <a:extLst xmlns:a="http://schemas.openxmlformats.org/drawingml/2006/main">
              <a:ext uri="{FF2B5EF4-FFF2-40B4-BE49-F238E27FC236}">
                <a16:creationId xmlns:a16="http://schemas.microsoft.com/office/drawing/2014/main" id="{A9C1AA8F-24E0-4E13-AD9E-091374ED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25" name="grid-v-1067">
            <a:extLst xmlns:a="http://schemas.openxmlformats.org/drawingml/2006/main">
              <a:ext uri="{FF2B5EF4-FFF2-40B4-BE49-F238E27FC236}">
                <a16:creationId xmlns:a16="http://schemas.microsoft.com/office/drawing/2014/main" id="{30100414-8410-43AE-A1F1-79474B00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26" name="grid-v-1109">
            <a:extLst xmlns:a="http://schemas.openxmlformats.org/drawingml/2006/main">
              <a:ext uri="{FF2B5EF4-FFF2-40B4-BE49-F238E27FC236}">
                <a16:creationId xmlns:a16="http://schemas.microsoft.com/office/drawing/2014/main" id="{FE058A7E-B8F8-4517-97F1-14C3C93A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64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27" name="grid-v-1152">
            <a:extLst xmlns:a="http://schemas.openxmlformats.org/drawingml/2006/main">
              <a:ext uri="{FF2B5EF4-FFF2-40B4-BE49-F238E27FC236}">
                <a16:creationId xmlns:a16="http://schemas.microsoft.com/office/drawing/2014/main" id="{B6FBF70B-8825-464B-AB5B-033CE495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28" name="grid-v-1195">
            <a:extLst xmlns:a="http://schemas.openxmlformats.org/drawingml/2006/main">
              <a:ext uri="{FF2B5EF4-FFF2-40B4-BE49-F238E27FC236}">
                <a16:creationId xmlns:a16="http://schemas.microsoft.com/office/drawing/2014/main" id="{99D20626-3C2D-4097-983C-929A5C1C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92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29" name="grid-v-1237">
            <a:extLst xmlns:a="http://schemas.openxmlformats.org/drawingml/2006/main">
              <a:ext uri="{FF2B5EF4-FFF2-40B4-BE49-F238E27FC236}">
                <a16:creationId xmlns:a16="http://schemas.microsoft.com/office/drawing/2014/main" id="{AC00AC4E-EB5B-4E82-9550-314A67EC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56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30" name="grid-h-59">
            <a:extLst xmlns:a="http://schemas.openxmlformats.org/drawingml/2006/main">
              <a:ext uri="{FF2B5EF4-FFF2-40B4-BE49-F238E27FC236}">
                <a16:creationId xmlns:a16="http://schemas.microsoft.com/office/drawing/2014/main" id="{F0B5F73E-0B1B-4CCD-818B-C814E9F0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588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31" name="grid-h-101">
            <a:extLst xmlns:a="http://schemas.openxmlformats.org/drawingml/2006/main">
              <a:ext uri="{FF2B5EF4-FFF2-40B4-BE49-F238E27FC236}">
                <a16:creationId xmlns:a16="http://schemas.microsoft.com/office/drawing/2014/main" id="{8F14D1DA-A382-4681-A3B7-C79812CF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652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32" name="grid-h-144">
            <a:extLst xmlns:a="http://schemas.openxmlformats.org/drawingml/2006/main">
              <a:ext uri="{FF2B5EF4-FFF2-40B4-BE49-F238E27FC236}">
                <a16:creationId xmlns:a16="http://schemas.microsoft.com/office/drawing/2014/main" id="{96A7AD03-1C9C-49C2-8E17-C902CFC4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3716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33" name="grid-h-187">
            <a:extLst xmlns:a="http://schemas.openxmlformats.org/drawingml/2006/main">
              <a:ext uri="{FF2B5EF4-FFF2-40B4-BE49-F238E27FC236}">
                <a16:creationId xmlns:a16="http://schemas.microsoft.com/office/drawing/2014/main" id="{A0CAE190-A4F2-4F42-826A-94EAD117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7780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34" name="grid-h-229">
            <a:extLst xmlns:a="http://schemas.openxmlformats.org/drawingml/2006/main">
              <a:ext uri="{FF2B5EF4-FFF2-40B4-BE49-F238E27FC236}">
                <a16:creationId xmlns:a16="http://schemas.microsoft.com/office/drawing/2014/main" id="{49EFE38A-6231-467A-8DFC-BABA7D09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1844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35" name="grid-h-272">
            <a:extLst xmlns:a="http://schemas.openxmlformats.org/drawingml/2006/main">
              <a:ext uri="{FF2B5EF4-FFF2-40B4-BE49-F238E27FC236}">
                <a16:creationId xmlns:a16="http://schemas.microsoft.com/office/drawing/2014/main" id="{150CC6EE-B009-40C3-8DD1-D7F0FD73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5908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36" name="grid-h-315">
            <a:extLst xmlns:a="http://schemas.openxmlformats.org/drawingml/2006/main">
              <a:ext uri="{FF2B5EF4-FFF2-40B4-BE49-F238E27FC236}">
                <a16:creationId xmlns:a16="http://schemas.microsoft.com/office/drawing/2014/main" id="{36947847-3D65-4413-B2FA-A29002F2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9972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37" name="grid-h-357">
            <a:extLst xmlns:a="http://schemas.openxmlformats.org/drawingml/2006/main">
              <a:ext uri="{FF2B5EF4-FFF2-40B4-BE49-F238E27FC236}">
                <a16:creationId xmlns:a16="http://schemas.microsoft.com/office/drawing/2014/main" id="{A47090B6-3B8E-434F-86BF-A92702B8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4036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38" name="grid-h-400">
            <a:extLst xmlns:a="http://schemas.openxmlformats.org/drawingml/2006/main">
              <a:ext uri="{FF2B5EF4-FFF2-40B4-BE49-F238E27FC236}">
                <a16:creationId xmlns:a16="http://schemas.microsoft.com/office/drawing/2014/main" id="{6DBA2101-0AD2-4FF1-8413-E332FF6A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8100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39" name="grid-h-443">
            <a:extLst xmlns:a="http://schemas.openxmlformats.org/drawingml/2006/main">
              <a:ext uri="{FF2B5EF4-FFF2-40B4-BE49-F238E27FC236}">
                <a16:creationId xmlns:a16="http://schemas.microsoft.com/office/drawing/2014/main" id="{3603AD63-0752-404A-924C-555044E0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2164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40" name="grid-h-485">
            <a:extLst xmlns:a="http://schemas.openxmlformats.org/drawingml/2006/main">
              <a:ext uri="{FF2B5EF4-FFF2-40B4-BE49-F238E27FC236}">
                <a16:creationId xmlns:a16="http://schemas.microsoft.com/office/drawing/2014/main" id="{96B5A110-8632-4C92-AC04-99AE1F24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6228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41" name="grid-h-528">
            <a:extLst xmlns:a="http://schemas.openxmlformats.org/drawingml/2006/main">
              <a:ext uri="{FF2B5EF4-FFF2-40B4-BE49-F238E27FC236}">
                <a16:creationId xmlns:a16="http://schemas.microsoft.com/office/drawing/2014/main" id="{7D1B954F-0965-4EE4-B122-13A495C3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0292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42" name="grid-h-571">
            <a:extLst xmlns:a="http://schemas.openxmlformats.org/drawingml/2006/main">
              <a:ext uri="{FF2B5EF4-FFF2-40B4-BE49-F238E27FC236}">
                <a16:creationId xmlns:a16="http://schemas.microsoft.com/office/drawing/2014/main" id="{2C0E8821-3203-4825-B69A-EF59CE40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4356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43" name="grid-h-613">
            <a:extLst xmlns:a="http://schemas.openxmlformats.org/drawingml/2006/main">
              <a:ext uri="{FF2B5EF4-FFF2-40B4-BE49-F238E27FC236}">
                <a16:creationId xmlns:a16="http://schemas.microsoft.com/office/drawing/2014/main" id="{325284F4-0BF6-49F4-8156-F86C97C4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8420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44" name="grid-h-656">
            <a:extLst xmlns:a="http://schemas.openxmlformats.org/drawingml/2006/main">
              <a:ext uri="{FF2B5EF4-FFF2-40B4-BE49-F238E27FC236}">
                <a16:creationId xmlns:a16="http://schemas.microsoft.com/office/drawing/2014/main" id="{EEFE7DFA-4746-440C-B046-C19882E6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2484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45" name="grid-h-699">
            <a:extLst xmlns:a="http://schemas.openxmlformats.org/drawingml/2006/main">
              <a:ext uri="{FF2B5EF4-FFF2-40B4-BE49-F238E27FC236}">
                <a16:creationId xmlns:a16="http://schemas.microsoft.com/office/drawing/2014/main" id="{E00780CA-4CC1-467B-85C6-F9EF3A8D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6548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46" name="top-risk-red">
            <a:extLst xmlns:a="http://schemas.openxmlformats.org/drawingml/2006/main">
              <a:ext uri="{FF2B5EF4-FFF2-40B4-BE49-F238E27FC236}">
                <a16:creationId xmlns:a16="http://schemas.microsoft.com/office/drawing/2014/main" id="{2EF24D7C-C8AC-497B-9841-6E856FC6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2D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left-brand-blue">
            <a:extLst xmlns:a="http://schemas.openxmlformats.org/drawingml/2006/main">
              <a:ext uri="{FF2B5EF4-FFF2-40B4-BE49-F238E27FC236}">
                <a16:creationId xmlns:a16="http://schemas.microsoft.com/office/drawing/2014/main" id="{9D9A2A8B-22B4-4CEE-B5A4-5E5C05F0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90500" cy="670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94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f40eadc4854d66"/>
          <a:stretch xmlns:a="http://schemas.openxmlformats.org/drawingml/2006/main"/>
        </p:blipFill>
        <p:spPr>
          <a:xfrm xmlns:a="http://schemas.openxmlformats.org/drawingml/2006/main">
            <a:off x="716042" y="352425"/>
            <a:ext cx="377666" cy="495300"/>
          </a:xfrm>
          <a:prstGeom xmlns:a="http://schemas.openxmlformats.org/drawingml/2006/main" prst="rect">
            <a:avLst/>
          </a:prstGeom>
        </p:spPr>
      </p:pic>
      <p:sp>
        <p:nvSpPr>
          <p:cNvPr id="49" name="brand-name">
            <a:extLst xmlns:a="http://schemas.openxmlformats.org/drawingml/2006/main">
              <a:ext uri="{FF2B5EF4-FFF2-40B4-BE49-F238E27FC236}">
                <a16:creationId xmlns:a16="http://schemas.microsoft.com/office/drawing/2014/main" id="{7901FFBA-0B86-42C3-951D-5C29AF10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815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00" b="1">
                <a:solidFill>
                  <a:srgbClr val="17294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2100" b="1">
                <a:solidFill>
                  <a:srgbClr val="17294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广东企加税务师事务所</a:t>
            </a:r>
          </a:p>
        </p:txBody>
      </p:sp>
      <p:sp>
        <p:nvSpPr>
          <p:cNvPr id="50" name="brand-rule">
            <a:extLst xmlns:a="http://schemas.openxmlformats.org/drawingml/2006/main">
              <a:ext uri="{FF2B5EF4-FFF2-40B4-BE49-F238E27FC236}">
                <a16:creationId xmlns:a16="http://schemas.microsoft.com/office/drawing/2014/main" id="{45B8D29C-2A67-459E-905B-A4421561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6DCE7"/>
            </a:solidFill>
            <a:prstDash val="solid"/>
          </a:ln>
        </p:spPr>
      </p:sp>
      <p:sp>
        <p:nvSpPr>
          <p:cNvPr id="51" name="page-code">
            <a:extLst xmlns:a="http://schemas.openxmlformats.org/drawingml/2006/main">
              <a:ext uri="{FF2B5EF4-FFF2-40B4-BE49-F238E27FC236}">
                <a16:creationId xmlns:a16="http://schemas.microsoft.com/office/drawing/2014/main" id="{3A736CF5-65CD-47C8-82F3-E597C3C2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286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425" b="1">
                <a:solidFill>
                  <a:srgbClr val="17294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425" b="1">
                <a:solidFill>
                  <a:srgbClr val="17294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02</a:t>
            </a:r>
          </a:p>
        </p:txBody>
      </p:sp>
      <p:sp>
        <p:nvSpPr>
          <p:cNvPr id="52" name="section-code">
            <a:extLst xmlns:a="http://schemas.openxmlformats.org/drawingml/2006/main">
              <a:ext uri="{FF2B5EF4-FFF2-40B4-BE49-F238E27FC236}">
                <a16:creationId xmlns:a16="http://schemas.microsoft.com/office/drawing/2014/main" id="{801154D0-A64D-43F1-9842-8B493B3F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70485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5E677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050" b="1">
                <a:solidFill>
                  <a:srgbClr val="5E677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SECTION</a:t>
            </a:r>
          </a:p>
        </p:txBody>
      </p:sp>
      <p:sp>
        <p:nvSpPr>
          <p:cNvPr id="5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1CB2F88-B6C7-4A12-B5BC-D39D66E7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7"/>
            </a:solidFill>
            <a:prstDash val="solid"/>
          </a:ln>
        </p:spPr>
      </p:sp>
      <p:sp>
        <p:nvSpPr>
          <p:cNvPr id="54" name="footer">
            <a:extLst xmlns:a="http://schemas.openxmlformats.org/drawingml/2006/main">
              <a:ext uri="{FF2B5EF4-FFF2-40B4-BE49-F238E27FC236}">
                <a16:creationId xmlns:a16="http://schemas.microsoft.com/office/drawing/2014/main" id="{49ED083D-4664-4123-81EA-4F9AC83D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 b="1">
                <a:solidFill>
                  <a:srgbClr val="5E677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125" b="1">
                <a:solidFill>
                  <a:srgbClr val="5E677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专题培训 · 正式培训版 · 广东企加税务师事务所</a:t>
            </a:r>
          </a:p>
        </p:txBody>
      </p:sp>
      <p:sp>
        <p:nvSpPr>
          <p:cNvPr id="55" name="risk-red-rule">
            <a:extLst xmlns:a="http://schemas.openxmlformats.org/drawingml/2006/main">
              <a:ext uri="{FF2B5EF4-FFF2-40B4-BE49-F238E27FC236}">
                <a16:creationId xmlns:a16="http://schemas.microsoft.com/office/drawing/2014/main" id="{E44EC48D-F57F-43CE-B881-3E021F83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200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2D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6491735D-1597-4276-BB4F-7CF4CB38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62150"/>
            <a:ext cx="704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4050" b="1">
                <a:solidFill>
                  <a:srgbClr val="10182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4050" b="1">
                <a:solidFill>
                  <a:srgbClr val="10182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章节标题</a:t>
            </a:r>
          </a:p>
        </p:txBody>
      </p:sp>
      <p:sp>
        <p:nvSpPr>
          <p:cNvPr id="57" name="section-lead">
            <a:extLst xmlns:a="http://schemas.openxmlformats.org/drawingml/2006/main">
              <a:ext uri="{FF2B5EF4-FFF2-40B4-BE49-F238E27FC236}">
                <a16:creationId xmlns:a16="http://schemas.microsoft.com/office/drawing/2014/main" id="{A85FEE75-F57F-4A75-9F5A-248B8AA7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723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950">
                <a:solidFill>
                  <a:srgbClr val="5E677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950">
                <a:solidFill>
                  <a:srgbClr val="5E677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用一句话说明本章节要解决的核心问题。</a:t>
            </a:r>
          </a:p>
        </p:txBody>
      </p:sp>
      <p:sp>
        <p:nvSpPr>
          <p:cNvPr id="58" name="section-chip-0-bg">
            <a:extLst xmlns:a="http://schemas.openxmlformats.org/drawingml/2006/main">
              <a:ext uri="{FF2B5EF4-FFF2-40B4-BE49-F238E27FC236}">
                <a16:creationId xmlns:a16="http://schemas.microsoft.com/office/drawing/2014/main" id="{39F8CF93-1279-426E-9734-2BDC0A8E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2647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7"/>
            </a:solidFill>
            <a:prstDash val="solid"/>
          </a:ln>
        </p:spPr>
      </p:sp>
      <p:sp>
        <p:nvSpPr>
          <p:cNvPr id="59" name="section-chip-0-text">
            <a:extLst xmlns:a="http://schemas.openxmlformats.org/drawingml/2006/main">
              <a:ext uri="{FF2B5EF4-FFF2-40B4-BE49-F238E27FC236}">
                <a16:creationId xmlns:a16="http://schemas.microsoft.com/office/drawing/2014/main" id="{1FE4A13F-4135-48FA-81C0-CF48CF9A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48225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17294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425" b="1">
                <a:solidFill>
                  <a:srgbClr val="17294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要点一</a:t>
            </a:r>
          </a:p>
        </p:txBody>
      </p:sp>
      <p:sp>
        <p:nvSpPr>
          <p:cNvPr id="60" name="section-chip-1-bg">
            <a:extLst xmlns:a="http://schemas.openxmlformats.org/drawingml/2006/main">
              <a:ext uri="{FF2B5EF4-FFF2-40B4-BE49-F238E27FC236}">
                <a16:creationId xmlns:a16="http://schemas.microsoft.com/office/drawing/2014/main" id="{66E9702F-C37A-4CD8-BE89-BB5DDD05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762500"/>
            <a:ext cx="2647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7"/>
            </a:solidFill>
            <a:prstDash val="solid"/>
          </a:ln>
        </p:spPr>
      </p:sp>
      <p:sp>
        <p:nvSpPr>
          <p:cNvPr id="61" name="section-chip-1-text">
            <a:extLst xmlns:a="http://schemas.openxmlformats.org/drawingml/2006/main">
              <a:ext uri="{FF2B5EF4-FFF2-40B4-BE49-F238E27FC236}">
                <a16:creationId xmlns:a16="http://schemas.microsoft.com/office/drawing/2014/main" id="{BE69F78C-FA60-4B80-8ECB-2825584E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848225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17294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425" b="1">
                <a:solidFill>
                  <a:srgbClr val="17294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要点二</a:t>
            </a:r>
          </a:p>
        </p:txBody>
      </p:sp>
      <p:sp>
        <p:nvSpPr>
          <p:cNvPr id="62" name="section-chip-2-bg">
            <a:extLst xmlns:a="http://schemas.openxmlformats.org/drawingml/2006/main">
              <a:ext uri="{FF2B5EF4-FFF2-40B4-BE49-F238E27FC236}">
                <a16:creationId xmlns:a16="http://schemas.microsoft.com/office/drawing/2014/main" id="{B0CC86E4-219E-4A3E-83C9-0BCFEC18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2647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7"/>
            </a:solidFill>
            <a:prstDash val="solid"/>
          </a:ln>
        </p:spPr>
      </p:sp>
      <p:sp>
        <p:nvSpPr>
          <p:cNvPr id="63" name="section-chip-2-text">
            <a:extLst xmlns:a="http://schemas.openxmlformats.org/drawingml/2006/main">
              <a:ext uri="{FF2B5EF4-FFF2-40B4-BE49-F238E27FC236}">
                <a16:creationId xmlns:a16="http://schemas.microsoft.com/office/drawing/2014/main" id="{350B1B58-EB6F-420E-BCFC-0FE3D14C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00675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17294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425" b="1">
                <a:solidFill>
                  <a:srgbClr val="17294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要点三</a:t>
            </a:r>
          </a:p>
        </p:txBody>
      </p:sp>
      <p:sp>
        <p:nvSpPr>
          <p:cNvPr id="64" name="section-chip-3-bg">
            <a:extLst xmlns:a="http://schemas.openxmlformats.org/drawingml/2006/main">
              <a:ext uri="{FF2B5EF4-FFF2-40B4-BE49-F238E27FC236}">
                <a16:creationId xmlns:a16="http://schemas.microsoft.com/office/drawing/2014/main" id="{BBCBCFAF-866D-4976-ADCF-ADEC17ED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314950"/>
            <a:ext cx="2647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7"/>
            </a:solidFill>
            <a:prstDash val="solid"/>
          </a:ln>
        </p:spPr>
      </p:sp>
      <p:sp>
        <p:nvSpPr>
          <p:cNvPr id="65" name="section-chip-3-text">
            <a:extLst xmlns:a="http://schemas.openxmlformats.org/drawingml/2006/main">
              <a:ext uri="{FF2B5EF4-FFF2-40B4-BE49-F238E27FC236}">
                <a16:creationId xmlns:a16="http://schemas.microsoft.com/office/drawing/2014/main" id="{CD66CC80-5118-45E1-9196-9741B9B4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400675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17294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425" b="1">
                <a:solidFill>
                  <a:srgbClr val="17294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要点四</a:t>
            </a:r>
          </a:p>
        </p:txBody>
      </p:sp>
      <p:sp>
        <p:nvSpPr>
          <p:cNvPr id="66" name="section-big-no">
            <a:extLst xmlns:a="http://schemas.openxmlformats.org/drawingml/2006/main">
              <a:ext uri="{FF2B5EF4-FFF2-40B4-BE49-F238E27FC236}">
                <a16:creationId xmlns:a16="http://schemas.microsoft.com/office/drawing/2014/main" id="{C6F8596E-7FD7-4695-B9DA-B36034A2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19300"/>
            <a:ext cx="24765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88000"/>
              </a:lnSpc>
              <a:buNone/>
              <a:defRPr sz="12000" b="1">
                <a:solidFill>
                  <a:srgbClr val="17294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2000" b="1">
                <a:solidFill>
                  <a:srgbClr val="17294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02</a:t>
            </a:r>
          </a:p>
        </p:txBody>
      </p:sp>
      <p:sp>
        <p:nvSpPr>
          <p:cNvPr id="67" name="section-side-red">
            <a:extLst xmlns:a="http://schemas.openxmlformats.org/drawingml/2006/main">
              <a:ext uri="{FF2B5EF4-FFF2-40B4-BE49-F238E27FC236}">
                <a16:creationId xmlns:a16="http://schemas.microsoft.com/office/drawing/2014/main" id="{233E53D0-5590-4D3D-9DBC-E1161158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057400"/>
            <a:ext cx="85725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2D2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791798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rid-v-43">
            <a:extLst xmlns:a="http://schemas.openxmlformats.org/drawingml/2006/main">
              <a:ext uri="{FF2B5EF4-FFF2-40B4-BE49-F238E27FC236}">
                <a16:creationId xmlns:a16="http://schemas.microsoft.com/office/drawing/2014/main" id="{4C6F38D9-ACEB-44F4-8964-4BAD823D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2" name="grid-v-85">
            <a:extLst xmlns:a="http://schemas.openxmlformats.org/drawingml/2006/main">
              <a:ext uri="{FF2B5EF4-FFF2-40B4-BE49-F238E27FC236}">
                <a16:creationId xmlns:a16="http://schemas.microsoft.com/office/drawing/2014/main" id="{A87AC1D0-684F-405D-8849-A0B0A787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3" name="grid-v-128">
            <a:extLst xmlns:a="http://schemas.openxmlformats.org/drawingml/2006/main">
              <a:ext uri="{FF2B5EF4-FFF2-40B4-BE49-F238E27FC236}">
                <a16:creationId xmlns:a16="http://schemas.microsoft.com/office/drawing/2014/main" id="{3A65868E-D7C5-4FB2-ADC3-6AFAB281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4" name="grid-v-171">
            <a:extLst xmlns:a="http://schemas.openxmlformats.org/drawingml/2006/main">
              <a:ext uri="{FF2B5EF4-FFF2-40B4-BE49-F238E27FC236}">
                <a16:creationId xmlns:a16="http://schemas.microsoft.com/office/drawing/2014/main" id="{4732B02F-F9EF-4AC6-AB26-DA485B98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5" name="grid-v-213">
            <a:extLst xmlns:a="http://schemas.openxmlformats.org/drawingml/2006/main">
              <a:ext uri="{FF2B5EF4-FFF2-40B4-BE49-F238E27FC236}">
                <a16:creationId xmlns:a16="http://schemas.microsoft.com/office/drawing/2014/main" id="{818B19BD-7C20-41BC-B7D0-D002BFF4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6" name="grid-v-256">
            <a:extLst xmlns:a="http://schemas.openxmlformats.org/drawingml/2006/main">
              <a:ext uri="{FF2B5EF4-FFF2-40B4-BE49-F238E27FC236}">
                <a16:creationId xmlns:a16="http://schemas.microsoft.com/office/drawing/2014/main" id="{1744CACF-CEFE-4822-8048-A142EC25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7" name="grid-v-299">
            <a:extLst xmlns:a="http://schemas.openxmlformats.org/drawingml/2006/main">
              <a:ext uri="{FF2B5EF4-FFF2-40B4-BE49-F238E27FC236}">
                <a16:creationId xmlns:a16="http://schemas.microsoft.com/office/drawing/2014/main" id="{FEC4700B-64B9-4D16-9670-45846F92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48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8" name="grid-v-341">
            <a:extLst xmlns:a="http://schemas.openxmlformats.org/drawingml/2006/main">
              <a:ext uri="{FF2B5EF4-FFF2-40B4-BE49-F238E27FC236}">
                <a16:creationId xmlns:a16="http://schemas.microsoft.com/office/drawing/2014/main" id="{832ED6E9-D0A7-43AD-B744-2B7BED03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2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9" name="grid-v-384">
            <a:extLst xmlns:a="http://schemas.openxmlformats.org/drawingml/2006/main">
              <a:ext uri="{FF2B5EF4-FFF2-40B4-BE49-F238E27FC236}">
                <a16:creationId xmlns:a16="http://schemas.microsoft.com/office/drawing/2014/main" id="{CA58E45A-5082-4DE6-8748-621ADF3F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10" name="grid-v-427">
            <a:extLst xmlns:a="http://schemas.openxmlformats.org/drawingml/2006/main">
              <a:ext uri="{FF2B5EF4-FFF2-40B4-BE49-F238E27FC236}">
                <a16:creationId xmlns:a16="http://schemas.microsoft.com/office/drawing/2014/main" id="{561DA52B-5D3F-406D-9CEC-F617B607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11" name="grid-v-469">
            <a:extLst xmlns:a="http://schemas.openxmlformats.org/drawingml/2006/main">
              <a:ext uri="{FF2B5EF4-FFF2-40B4-BE49-F238E27FC236}">
                <a16:creationId xmlns:a16="http://schemas.microsoft.com/office/drawing/2014/main" id="{5C3F2300-9CCA-4820-9354-6041CA30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12" name="grid-v-512">
            <a:extLst xmlns:a="http://schemas.openxmlformats.org/drawingml/2006/main">
              <a:ext uri="{FF2B5EF4-FFF2-40B4-BE49-F238E27FC236}">
                <a16:creationId xmlns:a16="http://schemas.microsoft.com/office/drawing/2014/main" id="{22864430-FC52-4994-B24C-0B517515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13" name="grid-v-555">
            <a:extLst xmlns:a="http://schemas.openxmlformats.org/drawingml/2006/main">
              <a:ext uri="{FF2B5EF4-FFF2-40B4-BE49-F238E27FC236}">
                <a16:creationId xmlns:a16="http://schemas.microsoft.com/office/drawing/2014/main" id="{2BAC03AA-FBE6-4641-9FFF-00E08296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32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14" name="grid-v-597">
            <a:extLst xmlns:a="http://schemas.openxmlformats.org/drawingml/2006/main">
              <a:ext uri="{FF2B5EF4-FFF2-40B4-BE49-F238E27FC236}">
                <a16:creationId xmlns:a16="http://schemas.microsoft.com/office/drawing/2014/main" id="{38B10A12-AA09-4720-8E6D-8AB785C9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96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15" name="grid-v-640">
            <a:extLst xmlns:a="http://schemas.openxmlformats.org/drawingml/2006/main">
              <a:ext uri="{FF2B5EF4-FFF2-40B4-BE49-F238E27FC236}">
                <a16:creationId xmlns:a16="http://schemas.microsoft.com/office/drawing/2014/main" id="{7F85DFA4-5386-42DE-8A0B-62303CE5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16" name="grid-v-683">
            <a:extLst xmlns:a="http://schemas.openxmlformats.org/drawingml/2006/main">
              <a:ext uri="{FF2B5EF4-FFF2-40B4-BE49-F238E27FC236}">
                <a16:creationId xmlns:a16="http://schemas.microsoft.com/office/drawing/2014/main" id="{82E5E93E-2C2A-4807-8D13-44F8AEE0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4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17" name="grid-v-725">
            <a:extLst xmlns:a="http://schemas.openxmlformats.org/drawingml/2006/main">
              <a:ext uri="{FF2B5EF4-FFF2-40B4-BE49-F238E27FC236}">
                <a16:creationId xmlns:a16="http://schemas.microsoft.com/office/drawing/2014/main" id="{D798887C-0B62-47AB-A2FC-2D166D7B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88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18" name="grid-v-768">
            <a:extLst xmlns:a="http://schemas.openxmlformats.org/drawingml/2006/main">
              <a:ext uri="{FF2B5EF4-FFF2-40B4-BE49-F238E27FC236}">
                <a16:creationId xmlns:a16="http://schemas.microsoft.com/office/drawing/2014/main" id="{AA40676F-9A43-4A79-A325-8FA5ADC3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19" name="grid-v-811">
            <a:extLst xmlns:a="http://schemas.openxmlformats.org/drawingml/2006/main">
              <a:ext uri="{FF2B5EF4-FFF2-40B4-BE49-F238E27FC236}">
                <a16:creationId xmlns:a16="http://schemas.microsoft.com/office/drawing/2014/main" id="{43649E43-41D0-4AA9-9532-05951E55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6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20" name="grid-v-853">
            <a:extLst xmlns:a="http://schemas.openxmlformats.org/drawingml/2006/main">
              <a:ext uri="{FF2B5EF4-FFF2-40B4-BE49-F238E27FC236}">
                <a16:creationId xmlns:a16="http://schemas.microsoft.com/office/drawing/2014/main" id="{200CF4FE-7CF2-4FC1-A318-4BE546E5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21" name="grid-v-896">
            <a:extLst xmlns:a="http://schemas.openxmlformats.org/drawingml/2006/main">
              <a:ext uri="{FF2B5EF4-FFF2-40B4-BE49-F238E27FC236}">
                <a16:creationId xmlns:a16="http://schemas.microsoft.com/office/drawing/2014/main" id="{DA6BD86E-25C0-4760-A5F0-E3661879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22" name="grid-v-939">
            <a:extLst xmlns:a="http://schemas.openxmlformats.org/drawingml/2006/main">
              <a:ext uri="{FF2B5EF4-FFF2-40B4-BE49-F238E27FC236}">
                <a16:creationId xmlns:a16="http://schemas.microsoft.com/office/drawing/2014/main" id="{EF7A9142-08C4-422E-B771-FCE05F0F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08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23" name="grid-v-981">
            <a:extLst xmlns:a="http://schemas.openxmlformats.org/drawingml/2006/main">
              <a:ext uri="{FF2B5EF4-FFF2-40B4-BE49-F238E27FC236}">
                <a16:creationId xmlns:a16="http://schemas.microsoft.com/office/drawing/2014/main" id="{BDF0DAC8-9244-45BA-863F-D3F24C2C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72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24" name="grid-v-1024">
            <a:extLst xmlns:a="http://schemas.openxmlformats.org/drawingml/2006/main">
              <a:ext uri="{FF2B5EF4-FFF2-40B4-BE49-F238E27FC236}">
                <a16:creationId xmlns:a16="http://schemas.microsoft.com/office/drawing/2014/main" id="{A1F458AB-E3AC-4DF1-9CA5-50335EDC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25" name="grid-v-1067">
            <a:extLst xmlns:a="http://schemas.openxmlformats.org/drawingml/2006/main">
              <a:ext uri="{FF2B5EF4-FFF2-40B4-BE49-F238E27FC236}">
                <a16:creationId xmlns:a16="http://schemas.microsoft.com/office/drawing/2014/main" id="{A348009C-A3F0-440E-BD47-BCAAF3468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26" name="grid-v-1109">
            <a:extLst xmlns:a="http://schemas.openxmlformats.org/drawingml/2006/main">
              <a:ext uri="{FF2B5EF4-FFF2-40B4-BE49-F238E27FC236}">
                <a16:creationId xmlns:a16="http://schemas.microsoft.com/office/drawing/2014/main" id="{BCBB826B-A56C-49BE-828F-144DBDDC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64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27" name="grid-v-1152">
            <a:extLst xmlns:a="http://schemas.openxmlformats.org/drawingml/2006/main">
              <a:ext uri="{FF2B5EF4-FFF2-40B4-BE49-F238E27FC236}">
                <a16:creationId xmlns:a16="http://schemas.microsoft.com/office/drawing/2014/main" id="{77CC88E6-BD8E-4E30-89E9-997FEA27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28" name="grid-v-1195">
            <a:extLst xmlns:a="http://schemas.openxmlformats.org/drawingml/2006/main">
              <a:ext uri="{FF2B5EF4-FFF2-40B4-BE49-F238E27FC236}">
                <a16:creationId xmlns:a16="http://schemas.microsoft.com/office/drawing/2014/main" id="{BAA48B43-6AAB-46A2-9D23-E7071E2C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92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29" name="grid-v-1237">
            <a:extLst xmlns:a="http://schemas.openxmlformats.org/drawingml/2006/main">
              <a:ext uri="{FF2B5EF4-FFF2-40B4-BE49-F238E27FC236}">
                <a16:creationId xmlns:a16="http://schemas.microsoft.com/office/drawing/2014/main" id="{425E1ACC-12C5-4891-803D-7226B3AD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56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30" name="grid-h-59">
            <a:extLst xmlns:a="http://schemas.openxmlformats.org/drawingml/2006/main">
              <a:ext uri="{FF2B5EF4-FFF2-40B4-BE49-F238E27FC236}">
                <a16:creationId xmlns:a16="http://schemas.microsoft.com/office/drawing/2014/main" id="{2604CECC-267F-436B-A117-3523C644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588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31" name="grid-h-101">
            <a:extLst xmlns:a="http://schemas.openxmlformats.org/drawingml/2006/main">
              <a:ext uri="{FF2B5EF4-FFF2-40B4-BE49-F238E27FC236}">
                <a16:creationId xmlns:a16="http://schemas.microsoft.com/office/drawing/2014/main" id="{AD9451DB-530C-41B0-97DA-B9C9CBCE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652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32" name="grid-h-144">
            <a:extLst xmlns:a="http://schemas.openxmlformats.org/drawingml/2006/main">
              <a:ext uri="{FF2B5EF4-FFF2-40B4-BE49-F238E27FC236}">
                <a16:creationId xmlns:a16="http://schemas.microsoft.com/office/drawing/2014/main" id="{C88D34D6-5964-477D-BE1C-1F98DD1D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3716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33" name="grid-h-187">
            <a:extLst xmlns:a="http://schemas.openxmlformats.org/drawingml/2006/main">
              <a:ext uri="{FF2B5EF4-FFF2-40B4-BE49-F238E27FC236}">
                <a16:creationId xmlns:a16="http://schemas.microsoft.com/office/drawing/2014/main" id="{EBEE4D6F-7AE0-4732-BB89-1A615876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7780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34" name="grid-h-229">
            <a:extLst xmlns:a="http://schemas.openxmlformats.org/drawingml/2006/main">
              <a:ext uri="{FF2B5EF4-FFF2-40B4-BE49-F238E27FC236}">
                <a16:creationId xmlns:a16="http://schemas.microsoft.com/office/drawing/2014/main" id="{6E8BD126-13DF-46F4-BF57-DF5E6808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1844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35" name="grid-h-272">
            <a:extLst xmlns:a="http://schemas.openxmlformats.org/drawingml/2006/main">
              <a:ext uri="{FF2B5EF4-FFF2-40B4-BE49-F238E27FC236}">
                <a16:creationId xmlns:a16="http://schemas.microsoft.com/office/drawing/2014/main" id="{EF214020-CB17-4F21-BF31-1B606FEB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5908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36" name="grid-h-315">
            <a:extLst xmlns:a="http://schemas.openxmlformats.org/drawingml/2006/main">
              <a:ext uri="{FF2B5EF4-FFF2-40B4-BE49-F238E27FC236}">
                <a16:creationId xmlns:a16="http://schemas.microsoft.com/office/drawing/2014/main" id="{E15BCA2E-A12E-4CFC-A227-D64AA5E7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9972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37" name="grid-h-357">
            <a:extLst xmlns:a="http://schemas.openxmlformats.org/drawingml/2006/main">
              <a:ext uri="{FF2B5EF4-FFF2-40B4-BE49-F238E27FC236}">
                <a16:creationId xmlns:a16="http://schemas.microsoft.com/office/drawing/2014/main" id="{5B0CC606-1391-4400-9B84-5A0B5FBB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4036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38" name="grid-h-400">
            <a:extLst xmlns:a="http://schemas.openxmlformats.org/drawingml/2006/main">
              <a:ext uri="{FF2B5EF4-FFF2-40B4-BE49-F238E27FC236}">
                <a16:creationId xmlns:a16="http://schemas.microsoft.com/office/drawing/2014/main" id="{F91303B4-EDBB-482B-A27A-E59890DC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8100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39" name="grid-h-443">
            <a:extLst xmlns:a="http://schemas.openxmlformats.org/drawingml/2006/main">
              <a:ext uri="{FF2B5EF4-FFF2-40B4-BE49-F238E27FC236}">
                <a16:creationId xmlns:a16="http://schemas.microsoft.com/office/drawing/2014/main" id="{90020466-E031-4A51-BF51-96110CB1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2164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40" name="grid-h-485">
            <a:extLst xmlns:a="http://schemas.openxmlformats.org/drawingml/2006/main">
              <a:ext uri="{FF2B5EF4-FFF2-40B4-BE49-F238E27FC236}">
                <a16:creationId xmlns:a16="http://schemas.microsoft.com/office/drawing/2014/main" id="{5F977E80-E59D-4DD5-8DE9-2A46E810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6228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41" name="grid-h-528">
            <a:extLst xmlns:a="http://schemas.openxmlformats.org/drawingml/2006/main">
              <a:ext uri="{FF2B5EF4-FFF2-40B4-BE49-F238E27FC236}">
                <a16:creationId xmlns:a16="http://schemas.microsoft.com/office/drawing/2014/main" id="{04355F3E-78DD-4F8E-938B-9E1A0B7F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0292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42" name="grid-h-571">
            <a:extLst xmlns:a="http://schemas.openxmlformats.org/drawingml/2006/main">
              <a:ext uri="{FF2B5EF4-FFF2-40B4-BE49-F238E27FC236}">
                <a16:creationId xmlns:a16="http://schemas.microsoft.com/office/drawing/2014/main" id="{AD0898B1-0C55-4990-84E5-AFFBD7EC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4356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43" name="grid-h-613">
            <a:extLst xmlns:a="http://schemas.openxmlformats.org/drawingml/2006/main">
              <a:ext uri="{FF2B5EF4-FFF2-40B4-BE49-F238E27FC236}">
                <a16:creationId xmlns:a16="http://schemas.microsoft.com/office/drawing/2014/main" id="{2E474765-22F3-4CA9-BB37-B367E297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8420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44" name="grid-h-656">
            <a:extLst xmlns:a="http://schemas.openxmlformats.org/drawingml/2006/main">
              <a:ext uri="{FF2B5EF4-FFF2-40B4-BE49-F238E27FC236}">
                <a16:creationId xmlns:a16="http://schemas.microsoft.com/office/drawing/2014/main" id="{5BD063DD-1B30-485D-B184-5BC6B0C6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2484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45" name="grid-h-699">
            <a:extLst xmlns:a="http://schemas.openxmlformats.org/drawingml/2006/main">
              <a:ext uri="{FF2B5EF4-FFF2-40B4-BE49-F238E27FC236}">
                <a16:creationId xmlns:a16="http://schemas.microsoft.com/office/drawing/2014/main" id="{31FAF204-AA79-47E6-A92D-8B1730E3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6548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46" name="top-risk-red">
            <a:extLst xmlns:a="http://schemas.openxmlformats.org/drawingml/2006/main">
              <a:ext uri="{FF2B5EF4-FFF2-40B4-BE49-F238E27FC236}">
                <a16:creationId xmlns:a16="http://schemas.microsoft.com/office/drawing/2014/main" id="{C81F0E31-04EE-4965-A416-5AB94E45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2D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left-brand-blue">
            <a:extLst xmlns:a="http://schemas.openxmlformats.org/drawingml/2006/main">
              <a:ext uri="{FF2B5EF4-FFF2-40B4-BE49-F238E27FC236}">
                <a16:creationId xmlns:a16="http://schemas.microsoft.com/office/drawing/2014/main" id="{4AE00FD7-746C-4CF4-A4E0-CBC02164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90500" cy="670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94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54f0a456894171"/>
          <a:stretch xmlns:a="http://schemas.openxmlformats.org/drawingml/2006/main"/>
        </p:blipFill>
        <p:spPr>
          <a:xfrm xmlns:a="http://schemas.openxmlformats.org/drawingml/2006/main">
            <a:off x="716042" y="352425"/>
            <a:ext cx="377666" cy="495300"/>
          </a:xfrm>
          <a:prstGeom xmlns:a="http://schemas.openxmlformats.org/drawingml/2006/main" prst="rect">
            <a:avLst/>
          </a:prstGeom>
        </p:spPr>
      </p:pic>
      <p:sp>
        <p:nvSpPr>
          <p:cNvPr id="49" name="brand-name">
            <a:extLst xmlns:a="http://schemas.openxmlformats.org/drawingml/2006/main">
              <a:ext uri="{FF2B5EF4-FFF2-40B4-BE49-F238E27FC236}">
                <a16:creationId xmlns:a16="http://schemas.microsoft.com/office/drawing/2014/main" id="{51BFF40C-0177-4A03-B408-495DC224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815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00" b="1">
                <a:solidFill>
                  <a:srgbClr val="17294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2100" b="1">
                <a:solidFill>
                  <a:srgbClr val="17294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广东企加税务师事务所</a:t>
            </a:r>
          </a:p>
        </p:txBody>
      </p:sp>
      <p:sp>
        <p:nvSpPr>
          <p:cNvPr id="50" name="brand-rule">
            <a:extLst xmlns:a="http://schemas.openxmlformats.org/drawingml/2006/main">
              <a:ext uri="{FF2B5EF4-FFF2-40B4-BE49-F238E27FC236}">
                <a16:creationId xmlns:a16="http://schemas.microsoft.com/office/drawing/2014/main" id="{60450C5F-7CDC-461B-8CE3-E3D8F400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6DCE7"/>
            </a:solidFill>
            <a:prstDash val="solid"/>
          </a:ln>
        </p:spPr>
      </p:sp>
      <p:sp>
        <p:nvSpPr>
          <p:cNvPr id="51" name="page-code">
            <a:extLst xmlns:a="http://schemas.openxmlformats.org/drawingml/2006/main">
              <a:ext uri="{FF2B5EF4-FFF2-40B4-BE49-F238E27FC236}">
                <a16:creationId xmlns:a16="http://schemas.microsoft.com/office/drawing/2014/main" id="{07C4E54F-99E3-42D4-9471-6B6ADB8A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286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425" b="1">
                <a:solidFill>
                  <a:srgbClr val="17294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425" b="1">
                <a:solidFill>
                  <a:srgbClr val="17294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03</a:t>
            </a:r>
          </a:p>
        </p:txBody>
      </p:sp>
      <p:sp>
        <p:nvSpPr>
          <p:cNvPr id="52" name="section-code">
            <a:extLst xmlns:a="http://schemas.openxmlformats.org/drawingml/2006/main">
              <a:ext uri="{FF2B5EF4-FFF2-40B4-BE49-F238E27FC236}">
                <a16:creationId xmlns:a16="http://schemas.microsoft.com/office/drawing/2014/main" id="{F6D49E22-A53C-4E45-9ABE-5D625AA1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70485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5E677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050" b="1">
                <a:solidFill>
                  <a:srgbClr val="5E677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CONTENT</a:t>
            </a:r>
          </a:p>
        </p:txBody>
      </p:sp>
      <p:sp>
        <p:nvSpPr>
          <p:cNvPr id="5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3C763B3-35B8-4390-B5E2-0714829C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7"/>
            </a:solidFill>
            <a:prstDash val="solid"/>
          </a:ln>
        </p:spPr>
      </p:sp>
      <p:sp>
        <p:nvSpPr>
          <p:cNvPr id="54" name="footer">
            <a:extLst xmlns:a="http://schemas.openxmlformats.org/drawingml/2006/main">
              <a:ext uri="{FF2B5EF4-FFF2-40B4-BE49-F238E27FC236}">
                <a16:creationId xmlns:a16="http://schemas.microsoft.com/office/drawing/2014/main" id="{5D38CA67-800E-4CAA-B070-F60732AA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 b="1">
                <a:solidFill>
                  <a:srgbClr val="5E677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125" b="1">
                <a:solidFill>
                  <a:srgbClr val="5E677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专题培训 · 正式培训版 · 广东企加税务师事务所</a:t>
            </a:r>
          </a:p>
        </p:txBody>
      </p:sp>
      <p:sp>
        <p:nvSpPr>
          <p:cNvPr id="5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016E46-D431-49F2-9905-CDC9AC96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7524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10182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3600" b="1">
                <a:solidFill>
                  <a:srgbClr val="10182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正文页标题</a:t>
            </a:r>
          </a:p>
        </p:txBody>
      </p:sp>
      <p:sp>
        <p:nvSpPr>
          <p:cNvPr id="56" name="slide-claim">
            <a:extLst xmlns:a="http://schemas.openxmlformats.org/drawingml/2006/main">
              <a:ext uri="{FF2B5EF4-FFF2-40B4-BE49-F238E27FC236}">
                <a16:creationId xmlns:a16="http://schemas.microsoft.com/office/drawing/2014/main" id="{A8B00887-7793-416C-BF6A-8273BE9A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1">
                <a:solidFill>
                  <a:srgbClr val="17294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2025" b="1">
                <a:solidFill>
                  <a:srgbClr val="17294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一句话结论或页面主张</a:t>
            </a:r>
          </a:p>
        </p:txBody>
      </p:sp>
      <p:sp>
        <p:nvSpPr>
          <p:cNvPr id="57" name="content-card-0">
            <a:extLst xmlns:a="http://schemas.openxmlformats.org/drawingml/2006/main">
              <a:ext uri="{FF2B5EF4-FFF2-40B4-BE49-F238E27FC236}">
                <a16:creationId xmlns:a16="http://schemas.microsoft.com/office/drawing/2014/main" id="{A43F0468-D692-4F42-A29E-506A8BEC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7"/>
            </a:solidFill>
            <a:prstDash val="solid"/>
          </a:ln>
        </p:spPr>
      </p:sp>
      <p:sp>
        <p:nvSpPr>
          <p:cNvPr id="58" name="content-no-0">
            <a:extLst xmlns:a="http://schemas.openxmlformats.org/drawingml/2006/main">
              <a:ext uri="{FF2B5EF4-FFF2-40B4-BE49-F238E27FC236}">
                <a16:creationId xmlns:a16="http://schemas.microsoft.com/office/drawing/2014/main" id="{B1133B93-C78E-4E89-AFE3-157069AB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56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1">
                <a:solidFill>
                  <a:srgbClr val="D42D2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200" b="1">
                <a:solidFill>
                  <a:srgbClr val="D42D2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01</a:t>
            </a:r>
          </a:p>
        </p:txBody>
      </p:sp>
      <p:sp>
        <p:nvSpPr>
          <p:cNvPr id="59" name="content-text-0">
            <a:extLst xmlns:a="http://schemas.openxmlformats.org/drawingml/2006/main">
              <a:ext uri="{FF2B5EF4-FFF2-40B4-BE49-F238E27FC236}">
                <a16:creationId xmlns:a16="http://schemas.microsoft.com/office/drawing/2014/main" id="{A1FF592A-D38C-4C37-A437-B7AFD356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57575"/>
            <a:ext cx="657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10182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650" b="1">
                <a:solidFill>
                  <a:srgbClr val="10182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第一条内容，保留清晰表达。</a:t>
            </a:r>
          </a:p>
        </p:txBody>
      </p:sp>
      <p:sp>
        <p:nvSpPr>
          <p:cNvPr id="60" name="content-card-1">
            <a:extLst xmlns:a="http://schemas.openxmlformats.org/drawingml/2006/main">
              <a:ext uri="{FF2B5EF4-FFF2-40B4-BE49-F238E27FC236}">
                <a16:creationId xmlns:a16="http://schemas.microsoft.com/office/drawing/2014/main" id="{DAA2754A-A330-4A01-9D95-AF8181E5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9550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7"/>
            </a:solidFill>
            <a:prstDash val="solid"/>
          </a:ln>
        </p:spPr>
      </p:sp>
      <p:sp>
        <p:nvSpPr>
          <p:cNvPr id="61" name="content-no-1">
            <a:extLst xmlns:a="http://schemas.openxmlformats.org/drawingml/2006/main">
              <a:ext uri="{FF2B5EF4-FFF2-40B4-BE49-F238E27FC236}">
                <a16:creationId xmlns:a16="http://schemas.microsoft.com/office/drawing/2014/main" id="{9A3183A3-2A46-4E0B-A332-4F394A20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814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1">
                <a:solidFill>
                  <a:srgbClr val="D42D2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200" b="1">
                <a:solidFill>
                  <a:srgbClr val="D42D2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02</a:t>
            </a:r>
          </a:p>
        </p:txBody>
      </p:sp>
      <p:sp>
        <p:nvSpPr>
          <p:cNvPr id="62" name="content-text-1">
            <a:extLst xmlns:a="http://schemas.openxmlformats.org/drawingml/2006/main">
              <a:ext uri="{FF2B5EF4-FFF2-40B4-BE49-F238E27FC236}">
                <a16:creationId xmlns:a16="http://schemas.microsoft.com/office/drawing/2014/main" id="{3FDAA818-4258-403B-9F78-25303452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43375"/>
            <a:ext cx="657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10182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650" b="1">
                <a:solidFill>
                  <a:srgbClr val="10182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第二条内容，说明判断依据。</a:t>
            </a:r>
          </a:p>
        </p:txBody>
      </p:sp>
      <p:sp>
        <p:nvSpPr>
          <p:cNvPr id="63" name="content-card-2">
            <a:extLst xmlns:a="http://schemas.openxmlformats.org/drawingml/2006/main">
              <a:ext uri="{FF2B5EF4-FFF2-40B4-BE49-F238E27FC236}">
                <a16:creationId xmlns:a16="http://schemas.microsoft.com/office/drawing/2014/main" id="{AA0B1A00-2DE5-4ECE-9607-760B968C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05350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7"/>
            </a:solidFill>
            <a:prstDash val="solid"/>
          </a:ln>
        </p:spPr>
      </p:sp>
      <p:sp>
        <p:nvSpPr>
          <p:cNvPr id="64" name="content-no-2">
            <a:extLst xmlns:a="http://schemas.openxmlformats.org/drawingml/2006/main">
              <a:ext uri="{FF2B5EF4-FFF2-40B4-BE49-F238E27FC236}">
                <a16:creationId xmlns:a16="http://schemas.microsoft.com/office/drawing/2014/main" id="{DCB310FC-7818-4613-9113-DE5A487D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672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1">
                <a:solidFill>
                  <a:srgbClr val="D42D2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200" b="1">
                <a:solidFill>
                  <a:srgbClr val="D42D2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03</a:t>
            </a:r>
          </a:p>
        </p:txBody>
      </p:sp>
      <p:sp>
        <p:nvSpPr>
          <p:cNvPr id="65" name="content-text-2">
            <a:extLst xmlns:a="http://schemas.openxmlformats.org/drawingml/2006/main">
              <a:ext uri="{FF2B5EF4-FFF2-40B4-BE49-F238E27FC236}">
                <a16:creationId xmlns:a16="http://schemas.microsoft.com/office/drawing/2014/main" id="{611F2294-716F-48E6-AC8C-88285510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29175"/>
            <a:ext cx="657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10182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650" b="1">
                <a:solidFill>
                  <a:srgbClr val="10182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第三条内容，落到证据或流程。</a:t>
            </a:r>
          </a:p>
        </p:txBody>
      </p:sp>
      <p:sp>
        <p:nvSpPr>
          <p:cNvPr id="66" name="content-card-3">
            <a:extLst xmlns:a="http://schemas.openxmlformats.org/drawingml/2006/main">
              <a:ext uri="{FF2B5EF4-FFF2-40B4-BE49-F238E27FC236}">
                <a16:creationId xmlns:a16="http://schemas.microsoft.com/office/drawing/2014/main" id="{AA1C39AD-4039-4BD4-8BBA-96C30089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91150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7"/>
            </a:solidFill>
            <a:prstDash val="solid"/>
          </a:ln>
        </p:spPr>
      </p:sp>
      <p:sp>
        <p:nvSpPr>
          <p:cNvPr id="67" name="content-no-3">
            <a:extLst xmlns:a="http://schemas.openxmlformats.org/drawingml/2006/main">
              <a:ext uri="{FF2B5EF4-FFF2-40B4-BE49-F238E27FC236}">
                <a16:creationId xmlns:a16="http://schemas.microsoft.com/office/drawing/2014/main" id="{F339787B-6BE8-4DD1-84E3-9A29D4D0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530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1">
                <a:solidFill>
                  <a:srgbClr val="D42D2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200" b="1">
                <a:solidFill>
                  <a:srgbClr val="D42D2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04</a:t>
            </a:r>
          </a:p>
        </p:txBody>
      </p:sp>
      <p:sp>
        <p:nvSpPr>
          <p:cNvPr id="68" name="content-text-3">
            <a:extLst xmlns:a="http://schemas.openxmlformats.org/drawingml/2006/main">
              <a:ext uri="{FF2B5EF4-FFF2-40B4-BE49-F238E27FC236}">
                <a16:creationId xmlns:a16="http://schemas.microsoft.com/office/drawing/2014/main" id="{088CF70C-70EB-4B36-B5D1-708F5B01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514975"/>
            <a:ext cx="657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10182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650" b="1">
                <a:solidFill>
                  <a:srgbClr val="10182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第四条内容，形成结论或提醒。</a:t>
            </a:r>
          </a:p>
        </p:txBody>
      </p:sp>
      <p:sp>
        <p:nvSpPr>
          <p:cNvPr id="69" name="side-panel">
            <a:extLst xmlns:a="http://schemas.openxmlformats.org/drawingml/2006/main">
              <a:ext uri="{FF2B5EF4-FFF2-40B4-BE49-F238E27FC236}">
                <a16:creationId xmlns:a16="http://schemas.microsoft.com/office/drawing/2014/main" id="{ADA30716-3F7A-4184-A826-26E40F7E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371600"/>
            <a:ext cx="27051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3"/>
          </a:solidFill>
          <a:ln xmlns:a="http://schemas.openxmlformats.org/drawingml/2006/main" w="9525">
            <a:solidFill>
              <a:srgbClr val="D6DCE7"/>
            </a:solidFill>
            <a:prstDash val="solid"/>
          </a:ln>
        </p:spPr>
      </p:sp>
      <p:sp>
        <p:nvSpPr>
          <p:cNvPr id="70" name="side-red-rule">
            <a:extLst xmlns:a="http://schemas.openxmlformats.org/drawingml/2006/main">
              <a:ext uri="{FF2B5EF4-FFF2-40B4-BE49-F238E27FC236}">
                <a16:creationId xmlns:a16="http://schemas.microsoft.com/office/drawing/2014/main" id="{7191A35A-A08A-48E2-87C0-0AE255A6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76400"/>
            <a:ext cx="971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2D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side-label">
            <a:extLst xmlns:a="http://schemas.openxmlformats.org/drawingml/2006/main">
              <a:ext uri="{FF2B5EF4-FFF2-40B4-BE49-F238E27FC236}">
                <a16:creationId xmlns:a16="http://schemas.microsoft.com/office/drawing/2014/main" id="{4C146948-3FA4-4E69-B48B-F22A83C6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00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 b="1">
                <a:solidFill>
                  <a:srgbClr val="5E677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125" b="1">
                <a:solidFill>
                  <a:srgbClr val="5E677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CONTENT</a:t>
            </a:r>
          </a:p>
        </p:txBody>
      </p:sp>
      <p:sp>
        <p:nvSpPr>
          <p:cNvPr id="72" name="side-number">
            <a:extLst xmlns:a="http://schemas.openxmlformats.org/drawingml/2006/main">
              <a:ext uri="{FF2B5EF4-FFF2-40B4-BE49-F238E27FC236}">
                <a16:creationId xmlns:a16="http://schemas.microsoft.com/office/drawing/2014/main" id="{E47F90E2-B6F6-4CA5-9962-0AE7A321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43150"/>
            <a:ext cx="2000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88000"/>
              </a:lnSpc>
              <a:buNone/>
              <a:defRPr sz="8100" b="1">
                <a:solidFill>
                  <a:srgbClr val="17294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8100" b="1">
                <a:solidFill>
                  <a:srgbClr val="17294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03</a:t>
            </a:r>
          </a:p>
        </p:txBody>
      </p:sp>
      <p:sp>
        <p:nvSpPr>
          <p:cNvPr id="73" name="side-body">
            <a:extLst xmlns:a="http://schemas.openxmlformats.org/drawingml/2006/main">
              <a:ext uri="{FF2B5EF4-FFF2-40B4-BE49-F238E27FC236}">
                <a16:creationId xmlns:a16="http://schemas.microsoft.com/office/drawing/2014/main" id="{919C1CD0-B94F-4BC4-9148-53847B5E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733800"/>
            <a:ext cx="2000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5E677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350">
                <a:solidFill>
                  <a:srgbClr val="5E677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右侧用于页码、章节或讲解意图。</a:t>
            </a:r>
          </a:p>
        </p:txBody>
      </p:sp>
    </p:spTree>
    <p:extLst>
      <p:ext uri="{BB962C8B-B14F-4D97-AF65-F5344CB8AC3E}">
        <p14:creationId xmlns:p14="http://schemas.microsoft.com/office/powerpoint/2010/main" val="8149116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rid-v-43">
            <a:extLst xmlns:a="http://schemas.openxmlformats.org/drawingml/2006/main">
              <a:ext uri="{FF2B5EF4-FFF2-40B4-BE49-F238E27FC236}">
                <a16:creationId xmlns:a16="http://schemas.microsoft.com/office/drawing/2014/main" id="{6F2B4242-60B9-412E-9A49-49606BF7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2" name="grid-v-85">
            <a:extLst xmlns:a="http://schemas.openxmlformats.org/drawingml/2006/main">
              <a:ext uri="{FF2B5EF4-FFF2-40B4-BE49-F238E27FC236}">
                <a16:creationId xmlns:a16="http://schemas.microsoft.com/office/drawing/2014/main" id="{CB0D7C87-F99B-4272-88E0-DB76F210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3" name="grid-v-128">
            <a:extLst xmlns:a="http://schemas.openxmlformats.org/drawingml/2006/main">
              <a:ext uri="{FF2B5EF4-FFF2-40B4-BE49-F238E27FC236}">
                <a16:creationId xmlns:a16="http://schemas.microsoft.com/office/drawing/2014/main" id="{747C00E0-8DDF-4CF8-A64C-A0AAEAF7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4" name="grid-v-171">
            <a:extLst xmlns:a="http://schemas.openxmlformats.org/drawingml/2006/main">
              <a:ext uri="{FF2B5EF4-FFF2-40B4-BE49-F238E27FC236}">
                <a16:creationId xmlns:a16="http://schemas.microsoft.com/office/drawing/2014/main" id="{E82293D6-BDD2-4312-80D2-C0D3EA90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5" name="grid-v-213">
            <a:extLst xmlns:a="http://schemas.openxmlformats.org/drawingml/2006/main">
              <a:ext uri="{FF2B5EF4-FFF2-40B4-BE49-F238E27FC236}">
                <a16:creationId xmlns:a16="http://schemas.microsoft.com/office/drawing/2014/main" id="{03765870-77FE-4E54-AD24-2E9D88F6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6" name="grid-v-256">
            <a:extLst xmlns:a="http://schemas.openxmlformats.org/drawingml/2006/main">
              <a:ext uri="{FF2B5EF4-FFF2-40B4-BE49-F238E27FC236}">
                <a16:creationId xmlns:a16="http://schemas.microsoft.com/office/drawing/2014/main" id="{7E059362-82AE-4D11-987D-6C08A742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7" name="grid-v-299">
            <a:extLst xmlns:a="http://schemas.openxmlformats.org/drawingml/2006/main">
              <a:ext uri="{FF2B5EF4-FFF2-40B4-BE49-F238E27FC236}">
                <a16:creationId xmlns:a16="http://schemas.microsoft.com/office/drawing/2014/main" id="{7B11CC80-A145-410B-B071-F4C6825D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48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8" name="grid-v-341">
            <a:extLst xmlns:a="http://schemas.openxmlformats.org/drawingml/2006/main">
              <a:ext uri="{FF2B5EF4-FFF2-40B4-BE49-F238E27FC236}">
                <a16:creationId xmlns:a16="http://schemas.microsoft.com/office/drawing/2014/main" id="{715A952C-CADD-445A-9595-A3253C19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2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9" name="grid-v-384">
            <a:extLst xmlns:a="http://schemas.openxmlformats.org/drawingml/2006/main">
              <a:ext uri="{FF2B5EF4-FFF2-40B4-BE49-F238E27FC236}">
                <a16:creationId xmlns:a16="http://schemas.microsoft.com/office/drawing/2014/main" id="{77ACB74D-0AD0-4B7A-907F-ED57F90E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10" name="grid-v-427">
            <a:extLst xmlns:a="http://schemas.openxmlformats.org/drawingml/2006/main">
              <a:ext uri="{FF2B5EF4-FFF2-40B4-BE49-F238E27FC236}">
                <a16:creationId xmlns:a16="http://schemas.microsoft.com/office/drawing/2014/main" id="{2A933D43-705C-4EE7-B5D6-EA6A86C6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11" name="grid-v-469">
            <a:extLst xmlns:a="http://schemas.openxmlformats.org/drawingml/2006/main">
              <a:ext uri="{FF2B5EF4-FFF2-40B4-BE49-F238E27FC236}">
                <a16:creationId xmlns:a16="http://schemas.microsoft.com/office/drawing/2014/main" id="{302D9193-86A2-428D-89D2-13DDC0DB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12" name="grid-v-512">
            <a:extLst xmlns:a="http://schemas.openxmlformats.org/drawingml/2006/main">
              <a:ext uri="{FF2B5EF4-FFF2-40B4-BE49-F238E27FC236}">
                <a16:creationId xmlns:a16="http://schemas.microsoft.com/office/drawing/2014/main" id="{3F118004-6895-4358-A9D0-40278189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13" name="grid-v-555">
            <a:extLst xmlns:a="http://schemas.openxmlformats.org/drawingml/2006/main">
              <a:ext uri="{FF2B5EF4-FFF2-40B4-BE49-F238E27FC236}">
                <a16:creationId xmlns:a16="http://schemas.microsoft.com/office/drawing/2014/main" id="{5A301FF0-653D-4462-B77D-4D5BA687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32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14" name="grid-v-597">
            <a:extLst xmlns:a="http://schemas.openxmlformats.org/drawingml/2006/main">
              <a:ext uri="{FF2B5EF4-FFF2-40B4-BE49-F238E27FC236}">
                <a16:creationId xmlns:a16="http://schemas.microsoft.com/office/drawing/2014/main" id="{7681F333-54C7-45CD-A715-815E34AE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96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15" name="grid-v-640">
            <a:extLst xmlns:a="http://schemas.openxmlformats.org/drawingml/2006/main">
              <a:ext uri="{FF2B5EF4-FFF2-40B4-BE49-F238E27FC236}">
                <a16:creationId xmlns:a16="http://schemas.microsoft.com/office/drawing/2014/main" id="{9B70C527-3488-4145-9418-BAF61B15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16" name="grid-v-683">
            <a:extLst xmlns:a="http://schemas.openxmlformats.org/drawingml/2006/main">
              <a:ext uri="{FF2B5EF4-FFF2-40B4-BE49-F238E27FC236}">
                <a16:creationId xmlns:a16="http://schemas.microsoft.com/office/drawing/2014/main" id="{B7E2138B-48A9-4FFA-BE8F-05A97B97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4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17" name="grid-v-725">
            <a:extLst xmlns:a="http://schemas.openxmlformats.org/drawingml/2006/main">
              <a:ext uri="{FF2B5EF4-FFF2-40B4-BE49-F238E27FC236}">
                <a16:creationId xmlns:a16="http://schemas.microsoft.com/office/drawing/2014/main" id="{F10682B7-AD87-4B99-BF03-1A6BA4BF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88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18" name="grid-v-768">
            <a:extLst xmlns:a="http://schemas.openxmlformats.org/drawingml/2006/main">
              <a:ext uri="{FF2B5EF4-FFF2-40B4-BE49-F238E27FC236}">
                <a16:creationId xmlns:a16="http://schemas.microsoft.com/office/drawing/2014/main" id="{6B148D4F-4B94-46AC-A8CC-DCE97608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19" name="grid-v-811">
            <a:extLst xmlns:a="http://schemas.openxmlformats.org/drawingml/2006/main">
              <a:ext uri="{FF2B5EF4-FFF2-40B4-BE49-F238E27FC236}">
                <a16:creationId xmlns:a16="http://schemas.microsoft.com/office/drawing/2014/main" id="{368E52EA-009B-43F2-A345-6A8122DB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6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20" name="grid-v-853">
            <a:extLst xmlns:a="http://schemas.openxmlformats.org/drawingml/2006/main">
              <a:ext uri="{FF2B5EF4-FFF2-40B4-BE49-F238E27FC236}">
                <a16:creationId xmlns:a16="http://schemas.microsoft.com/office/drawing/2014/main" id="{4C8FA5C7-A60B-43C1-A792-607865C5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21" name="grid-v-896">
            <a:extLst xmlns:a="http://schemas.openxmlformats.org/drawingml/2006/main">
              <a:ext uri="{FF2B5EF4-FFF2-40B4-BE49-F238E27FC236}">
                <a16:creationId xmlns:a16="http://schemas.microsoft.com/office/drawing/2014/main" id="{24894FEA-CBE5-4296-B1D8-A9194219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22" name="grid-v-939">
            <a:extLst xmlns:a="http://schemas.openxmlformats.org/drawingml/2006/main">
              <a:ext uri="{FF2B5EF4-FFF2-40B4-BE49-F238E27FC236}">
                <a16:creationId xmlns:a16="http://schemas.microsoft.com/office/drawing/2014/main" id="{2EAF998A-1692-41B2-A2CB-40DB49C3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08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23" name="grid-v-981">
            <a:extLst xmlns:a="http://schemas.openxmlformats.org/drawingml/2006/main">
              <a:ext uri="{FF2B5EF4-FFF2-40B4-BE49-F238E27FC236}">
                <a16:creationId xmlns:a16="http://schemas.microsoft.com/office/drawing/2014/main" id="{2B92A6C6-B4D7-44DD-A6A1-5C1AEA87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72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24" name="grid-v-1024">
            <a:extLst xmlns:a="http://schemas.openxmlformats.org/drawingml/2006/main">
              <a:ext uri="{FF2B5EF4-FFF2-40B4-BE49-F238E27FC236}">
                <a16:creationId xmlns:a16="http://schemas.microsoft.com/office/drawing/2014/main" id="{BD500BC1-EBA0-4B46-A106-AF9D80C1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25" name="grid-v-1067">
            <a:extLst xmlns:a="http://schemas.openxmlformats.org/drawingml/2006/main">
              <a:ext uri="{FF2B5EF4-FFF2-40B4-BE49-F238E27FC236}">
                <a16:creationId xmlns:a16="http://schemas.microsoft.com/office/drawing/2014/main" id="{0DDCBA4B-A61E-47C6-8391-6829B66A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26" name="grid-v-1109">
            <a:extLst xmlns:a="http://schemas.openxmlformats.org/drawingml/2006/main">
              <a:ext uri="{FF2B5EF4-FFF2-40B4-BE49-F238E27FC236}">
                <a16:creationId xmlns:a16="http://schemas.microsoft.com/office/drawing/2014/main" id="{31ACEA83-E791-4B29-8957-BC0650C2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64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27" name="grid-v-1152">
            <a:extLst xmlns:a="http://schemas.openxmlformats.org/drawingml/2006/main">
              <a:ext uri="{FF2B5EF4-FFF2-40B4-BE49-F238E27FC236}">
                <a16:creationId xmlns:a16="http://schemas.microsoft.com/office/drawing/2014/main" id="{988EA87C-00A8-4CB6-8F6A-9C795426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28" name="grid-v-1195">
            <a:extLst xmlns:a="http://schemas.openxmlformats.org/drawingml/2006/main">
              <a:ext uri="{FF2B5EF4-FFF2-40B4-BE49-F238E27FC236}">
                <a16:creationId xmlns:a16="http://schemas.microsoft.com/office/drawing/2014/main" id="{38DAC948-44BF-4C69-91AD-3A74003C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92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29" name="grid-v-1237">
            <a:extLst xmlns:a="http://schemas.openxmlformats.org/drawingml/2006/main">
              <a:ext uri="{FF2B5EF4-FFF2-40B4-BE49-F238E27FC236}">
                <a16:creationId xmlns:a16="http://schemas.microsoft.com/office/drawing/2014/main" id="{92DFBD41-831F-48A1-AA61-C87C6DD5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56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30" name="grid-h-59">
            <a:extLst xmlns:a="http://schemas.openxmlformats.org/drawingml/2006/main">
              <a:ext uri="{FF2B5EF4-FFF2-40B4-BE49-F238E27FC236}">
                <a16:creationId xmlns:a16="http://schemas.microsoft.com/office/drawing/2014/main" id="{E67B11AE-14C7-4F6F-A921-A83F9FA9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588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31" name="grid-h-101">
            <a:extLst xmlns:a="http://schemas.openxmlformats.org/drawingml/2006/main">
              <a:ext uri="{FF2B5EF4-FFF2-40B4-BE49-F238E27FC236}">
                <a16:creationId xmlns:a16="http://schemas.microsoft.com/office/drawing/2014/main" id="{274F43E5-BE65-4AE5-8472-5E8FC3F2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652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32" name="grid-h-144">
            <a:extLst xmlns:a="http://schemas.openxmlformats.org/drawingml/2006/main">
              <a:ext uri="{FF2B5EF4-FFF2-40B4-BE49-F238E27FC236}">
                <a16:creationId xmlns:a16="http://schemas.microsoft.com/office/drawing/2014/main" id="{BBAD9515-274E-4F5E-8B8D-81077DAB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3716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33" name="grid-h-187">
            <a:extLst xmlns:a="http://schemas.openxmlformats.org/drawingml/2006/main">
              <a:ext uri="{FF2B5EF4-FFF2-40B4-BE49-F238E27FC236}">
                <a16:creationId xmlns:a16="http://schemas.microsoft.com/office/drawing/2014/main" id="{32B35150-DE2D-4F46-ACE2-ECCBB775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7780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34" name="grid-h-229">
            <a:extLst xmlns:a="http://schemas.openxmlformats.org/drawingml/2006/main">
              <a:ext uri="{FF2B5EF4-FFF2-40B4-BE49-F238E27FC236}">
                <a16:creationId xmlns:a16="http://schemas.microsoft.com/office/drawing/2014/main" id="{FD74CBCD-BD00-4902-B0FF-B9F47F29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1844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35" name="grid-h-272">
            <a:extLst xmlns:a="http://schemas.openxmlformats.org/drawingml/2006/main">
              <a:ext uri="{FF2B5EF4-FFF2-40B4-BE49-F238E27FC236}">
                <a16:creationId xmlns:a16="http://schemas.microsoft.com/office/drawing/2014/main" id="{4CA8BEF8-5594-446C-9A20-6297FD98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5908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36" name="grid-h-315">
            <a:extLst xmlns:a="http://schemas.openxmlformats.org/drawingml/2006/main">
              <a:ext uri="{FF2B5EF4-FFF2-40B4-BE49-F238E27FC236}">
                <a16:creationId xmlns:a16="http://schemas.microsoft.com/office/drawing/2014/main" id="{37FCFEFB-5C0E-46F1-91BE-E1E6C563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9972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37" name="grid-h-357">
            <a:extLst xmlns:a="http://schemas.openxmlformats.org/drawingml/2006/main">
              <a:ext uri="{FF2B5EF4-FFF2-40B4-BE49-F238E27FC236}">
                <a16:creationId xmlns:a16="http://schemas.microsoft.com/office/drawing/2014/main" id="{736955B7-FC80-41C1-BEAA-9CC43F91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4036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38" name="grid-h-400">
            <a:extLst xmlns:a="http://schemas.openxmlformats.org/drawingml/2006/main">
              <a:ext uri="{FF2B5EF4-FFF2-40B4-BE49-F238E27FC236}">
                <a16:creationId xmlns:a16="http://schemas.microsoft.com/office/drawing/2014/main" id="{E0986072-2A7F-4AE8-8A24-923BF553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8100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39" name="grid-h-443">
            <a:extLst xmlns:a="http://schemas.openxmlformats.org/drawingml/2006/main">
              <a:ext uri="{FF2B5EF4-FFF2-40B4-BE49-F238E27FC236}">
                <a16:creationId xmlns:a16="http://schemas.microsoft.com/office/drawing/2014/main" id="{0AF1B81C-AA54-4B02-A6BE-2C68C7BF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2164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40" name="grid-h-485">
            <a:extLst xmlns:a="http://schemas.openxmlformats.org/drawingml/2006/main">
              <a:ext uri="{FF2B5EF4-FFF2-40B4-BE49-F238E27FC236}">
                <a16:creationId xmlns:a16="http://schemas.microsoft.com/office/drawing/2014/main" id="{80699B4F-59FB-457D-BA7F-62722E11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6228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41" name="grid-h-528">
            <a:extLst xmlns:a="http://schemas.openxmlformats.org/drawingml/2006/main">
              <a:ext uri="{FF2B5EF4-FFF2-40B4-BE49-F238E27FC236}">
                <a16:creationId xmlns:a16="http://schemas.microsoft.com/office/drawing/2014/main" id="{9936FE1C-DC15-41BF-85A3-4A54DE7C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0292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42" name="grid-h-571">
            <a:extLst xmlns:a="http://schemas.openxmlformats.org/drawingml/2006/main">
              <a:ext uri="{FF2B5EF4-FFF2-40B4-BE49-F238E27FC236}">
                <a16:creationId xmlns:a16="http://schemas.microsoft.com/office/drawing/2014/main" id="{123C63B7-B91E-461D-BCF3-ECA9275D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4356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43" name="grid-h-613">
            <a:extLst xmlns:a="http://schemas.openxmlformats.org/drawingml/2006/main">
              <a:ext uri="{FF2B5EF4-FFF2-40B4-BE49-F238E27FC236}">
                <a16:creationId xmlns:a16="http://schemas.microsoft.com/office/drawing/2014/main" id="{747931EB-5082-4169-AF8D-C378C385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8420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44" name="grid-h-656">
            <a:extLst xmlns:a="http://schemas.openxmlformats.org/drawingml/2006/main">
              <a:ext uri="{FF2B5EF4-FFF2-40B4-BE49-F238E27FC236}">
                <a16:creationId xmlns:a16="http://schemas.microsoft.com/office/drawing/2014/main" id="{BCAF41CF-65AC-48F0-857B-63E8B4A5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2484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45" name="grid-h-699">
            <a:extLst xmlns:a="http://schemas.openxmlformats.org/drawingml/2006/main">
              <a:ext uri="{FF2B5EF4-FFF2-40B4-BE49-F238E27FC236}">
                <a16:creationId xmlns:a16="http://schemas.microsoft.com/office/drawing/2014/main" id="{DCECA48F-EDDF-4B3B-91BE-AA7AD033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6548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46" name="top-risk-red">
            <a:extLst xmlns:a="http://schemas.openxmlformats.org/drawingml/2006/main">
              <a:ext uri="{FF2B5EF4-FFF2-40B4-BE49-F238E27FC236}">
                <a16:creationId xmlns:a16="http://schemas.microsoft.com/office/drawing/2014/main" id="{33ADF68F-8FD5-4E3A-877F-B76B6E2D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2D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left-brand-blue">
            <a:extLst xmlns:a="http://schemas.openxmlformats.org/drawingml/2006/main">
              <a:ext uri="{FF2B5EF4-FFF2-40B4-BE49-F238E27FC236}">
                <a16:creationId xmlns:a16="http://schemas.microsoft.com/office/drawing/2014/main" id="{0992E860-04D7-4330-ADD2-658B2365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90500" cy="670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94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cc681ab83d4c27"/>
          <a:stretch xmlns:a="http://schemas.openxmlformats.org/drawingml/2006/main"/>
        </p:blipFill>
        <p:spPr>
          <a:xfrm xmlns:a="http://schemas.openxmlformats.org/drawingml/2006/main">
            <a:off x="716042" y="352425"/>
            <a:ext cx="377666" cy="495300"/>
          </a:xfrm>
          <a:prstGeom xmlns:a="http://schemas.openxmlformats.org/drawingml/2006/main" prst="rect">
            <a:avLst/>
          </a:prstGeom>
        </p:spPr>
      </p:pic>
      <p:sp>
        <p:nvSpPr>
          <p:cNvPr id="49" name="brand-name">
            <a:extLst xmlns:a="http://schemas.openxmlformats.org/drawingml/2006/main">
              <a:ext uri="{FF2B5EF4-FFF2-40B4-BE49-F238E27FC236}">
                <a16:creationId xmlns:a16="http://schemas.microsoft.com/office/drawing/2014/main" id="{569C9AFE-ADB5-40E7-BEDA-EC7DB376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815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00" b="1">
                <a:solidFill>
                  <a:srgbClr val="17294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2100" b="1">
                <a:solidFill>
                  <a:srgbClr val="17294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广东企加税务师事务所</a:t>
            </a:r>
          </a:p>
        </p:txBody>
      </p:sp>
      <p:sp>
        <p:nvSpPr>
          <p:cNvPr id="50" name="brand-rule">
            <a:extLst xmlns:a="http://schemas.openxmlformats.org/drawingml/2006/main">
              <a:ext uri="{FF2B5EF4-FFF2-40B4-BE49-F238E27FC236}">
                <a16:creationId xmlns:a16="http://schemas.microsoft.com/office/drawing/2014/main" id="{39A930A8-BB79-42FD-88EA-B2843895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6DCE7"/>
            </a:solidFill>
            <a:prstDash val="solid"/>
          </a:ln>
        </p:spPr>
      </p:sp>
      <p:sp>
        <p:nvSpPr>
          <p:cNvPr id="51" name="page-code">
            <a:extLst xmlns:a="http://schemas.openxmlformats.org/drawingml/2006/main">
              <a:ext uri="{FF2B5EF4-FFF2-40B4-BE49-F238E27FC236}">
                <a16:creationId xmlns:a16="http://schemas.microsoft.com/office/drawing/2014/main" id="{EE75EF40-AA01-46FA-BFCF-6CDCF907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286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425" b="1">
                <a:solidFill>
                  <a:srgbClr val="17294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425" b="1">
                <a:solidFill>
                  <a:srgbClr val="17294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04</a:t>
            </a:r>
          </a:p>
        </p:txBody>
      </p:sp>
      <p:sp>
        <p:nvSpPr>
          <p:cNvPr id="52" name="section-code">
            <a:extLst xmlns:a="http://schemas.openxmlformats.org/drawingml/2006/main">
              <a:ext uri="{FF2B5EF4-FFF2-40B4-BE49-F238E27FC236}">
                <a16:creationId xmlns:a16="http://schemas.microsoft.com/office/drawing/2014/main" id="{4A3FECCF-4849-4803-BEFA-6AD6B1E1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70485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5E677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050" b="1">
                <a:solidFill>
                  <a:srgbClr val="5E677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CARDS</a:t>
            </a:r>
          </a:p>
        </p:txBody>
      </p:sp>
      <p:sp>
        <p:nvSpPr>
          <p:cNvPr id="5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4E6955E-ED50-423C-B325-51A65BCD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7"/>
            </a:solidFill>
            <a:prstDash val="solid"/>
          </a:ln>
        </p:spPr>
      </p:sp>
      <p:sp>
        <p:nvSpPr>
          <p:cNvPr id="54" name="footer">
            <a:extLst xmlns:a="http://schemas.openxmlformats.org/drawingml/2006/main">
              <a:ext uri="{FF2B5EF4-FFF2-40B4-BE49-F238E27FC236}">
                <a16:creationId xmlns:a16="http://schemas.microsoft.com/office/drawing/2014/main" id="{5220D553-A29C-4600-9A9E-D4D1A728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 b="1">
                <a:solidFill>
                  <a:srgbClr val="5E677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125" b="1">
                <a:solidFill>
                  <a:srgbClr val="5E677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专题培训 · 正式培训版 · 广东企加税务师事务所</a:t>
            </a:r>
          </a:p>
        </p:txBody>
      </p:sp>
      <p:sp>
        <p:nvSpPr>
          <p:cNvPr id="55" name="cards-title">
            <a:extLst xmlns:a="http://schemas.openxmlformats.org/drawingml/2006/main">
              <a:ext uri="{FF2B5EF4-FFF2-40B4-BE49-F238E27FC236}">
                <a16:creationId xmlns:a16="http://schemas.microsoft.com/office/drawing/2014/main" id="{4061BF4B-660C-4474-82B4-379C7959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752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10182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3600" b="1">
                <a:solidFill>
                  <a:srgbClr val="10182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卡片清单页标题</a:t>
            </a:r>
          </a:p>
        </p:txBody>
      </p:sp>
      <p:sp>
        <p:nvSpPr>
          <p:cNvPr id="56" name="cards-claim">
            <a:extLst xmlns:a="http://schemas.openxmlformats.org/drawingml/2006/main">
              <a:ext uri="{FF2B5EF4-FFF2-40B4-BE49-F238E27FC236}">
                <a16:creationId xmlns:a16="http://schemas.microsoft.com/office/drawing/2014/main" id="{43EE672F-871A-4158-87DC-8EFD682D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1">
                <a:solidFill>
                  <a:srgbClr val="17294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2025" b="1">
                <a:solidFill>
                  <a:srgbClr val="17294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适合 4-6 个并列事项、分类或风险点。</a:t>
            </a:r>
          </a:p>
        </p:txBody>
      </p:sp>
      <p:sp>
        <p:nvSpPr>
          <p:cNvPr id="57" name="card-0">
            <a:extLst xmlns:a="http://schemas.openxmlformats.org/drawingml/2006/main">
              <a:ext uri="{FF2B5EF4-FFF2-40B4-BE49-F238E27FC236}">
                <a16:creationId xmlns:a16="http://schemas.microsoft.com/office/drawing/2014/main" id="{EBD82037-FE95-40B2-89CA-08ED4D6C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619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7"/>
            </a:solidFill>
            <a:prstDash val="solid"/>
          </a:ln>
        </p:spPr>
      </p:sp>
      <p:sp>
        <p:nvSpPr>
          <p:cNvPr id="58" name="card-no-0">
            <a:extLst xmlns:a="http://schemas.openxmlformats.org/drawingml/2006/main">
              <a:ext uri="{FF2B5EF4-FFF2-40B4-BE49-F238E27FC236}">
                <a16:creationId xmlns:a16="http://schemas.microsoft.com/office/drawing/2014/main" id="{5CB67474-22C4-4F2A-9B6F-128028B2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14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1">
                <a:solidFill>
                  <a:srgbClr val="D42D2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200" b="1">
                <a:solidFill>
                  <a:srgbClr val="D42D2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01</a:t>
            </a:r>
          </a:p>
        </p:txBody>
      </p:sp>
      <p:sp>
        <p:nvSpPr>
          <p:cNvPr id="59" name="card-text-0">
            <a:extLst xmlns:a="http://schemas.openxmlformats.org/drawingml/2006/main">
              <a:ext uri="{FF2B5EF4-FFF2-40B4-BE49-F238E27FC236}">
                <a16:creationId xmlns:a16="http://schemas.microsoft.com/office/drawing/2014/main" id="{4E30DA9A-5EE4-4F86-A461-0D37EB9B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8612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10182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575" b="1">
                <a:solidFill>
                  <a:srgbClr val="10182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卡片内容 1</a:t>
            </a:r>
          </a:p>
        </p:txBody>
      </p:sp>
      <p:sp>
        <p:nvSpPr>
          <p:cNvPr id="60" name="card-1">
            <a:extLst xmlns:a="http://schemas.openxmlformats.org/drawingml/2006/main">
              <a:ext uri="{FF2B5EF4-FFF2-40B4-BE49-F238E27FC236}">
                <a16:creationId xmlns:a16="http://schemas.microsoft.com/office/drawing/2014/main" id="{D4AB02CF-26C5-48B8-A1E1-736DAB4C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3619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7"/>
            </a:solidFill>
            <a:prstDash val="solid"/>
          </a:ln>
        </p:spPr>
      </p:sp>
      <p:sp>
        <p:nvSpPr>
          <p:cNvPr id="61" name="card-no-1">
            <a:extLst xmlns:a="http://schemas.openxmlformats.org/drawingml/2006/main">
              <a:ext uri="{FF2B5EF4-FFF2-40B4-BE49-F238E27FC236}">
                <a16:creationId xmlns:a16="http://schemas.microsoft.com/office/drawing/2014/main" id="{185D1EBB-4DDC-41F1-AA5D-44EB33D3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314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1">
                <a:solidFill>
                  <a:srgbClr val="D42D2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200" b="1">
                <a:solidFill>
                  <a:srgbClr val="D42D2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02</a:t>
            </a:r>
          </a:p>
        </p:txBody>
      </p:sp>
      <p:sp>
        <p:nvSpPr>
          <p:cNvPr id="62" name="card-text-1">
            <a:extLst xmlns:a="http://schemas.openxmlformats.org/drawingml/2006/main">
              <a:ext uri="{FF2B5EF4-FFF2-40B4-BE49-F238E27FC236}">
                <a16:creationId xmlns:a16="http://schemas.microsoft.com/office/drawing/2014/main" id="{35A5D24D-8381-4A28-BFEF-2BF95978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8612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10182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575" b="1">
                <a:solidFill>
                  <a:srgbClr val="10182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卡片内容 2</a:t>
            </a:r>
          </a:p>
        </p:txBody>
      </p:sp>
      <p:sp>
        <p:nvSpPr>
          <p:cNvPr id="63" name="card-2">
            <a:extLst xmlns:a="http://schemas.openxmlformats.org/drawingml/2006/main">
              <a:ext uri="{FF2B5EF4-FFF2-40B4-BE49-F238E27FC236}">
                <a16:creationId xmlns:a16="http://schemas.microsoft.com/office/drawing/2014/main" id="{27C0FD71-2703-403F-8286-66E43966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3619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7"/>
            </a:solidFill>
            <a:prstDash val="solid"/>
          </a:ln>
        </p:spPr>
      </p:sp>
      <p:sp>
        <p:nvSpPr>
          <p:cNvPr id="64" name="card-no-2">
            <a:extLst xmlns:a="http://schemas.openxmlformats.org/drawingml/2006/main">
              <a:ext uri="{FF2B5EF4-FFF2-40B4-BE49-F238E27FC236}">
                <a16:creationId xmlns:a16="http://schemas.microsoft.com/office/drawing/2014/main" id="{66C525DF-EF0C-4A8E-8EBC-FDAF8DCF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9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1">
                <a:solidFill>
                  <a:srgbClr val="D42D2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200" b="1">
                <a:solidFill>
                  <a:srgbClr val="D42D2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03</a:t>
            </a:r>
          </a:p>
        </p:txBody>
      </p:sp>
      <p:sp>
        <p:nvSpPr>
          <p:cNvPr id="65" name="card-text-2">
            <a:extLst xmlns:a="http://schemas.openxmlformats.org/drawingml/2006/main">
              <a:ext uri="{FF2B5EF4-FFF2-40B4-BE49-F238E27FC236}">
                <a16:creationId xmlns:a16="http://schemas.microsoft.com/office/drawing/2014/main" id="{264DDEB6-65E1-44DA-8D31-DB5E4A29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671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10182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575" b="1">
                <a:solidFill>
                  <a:srgbClr val="10182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卡片内容 3</a:t>
            </a:r>
          </a:p>
        </p:txBody>
      </p:sp>
      <p:sp>
        <p:nvSpPr>
          <p:cNvPr id="66" name="card-3">
            <a:extLst xmlns:a="http://schemas.openxmlformats.org/drawingml/2006/main">
              <a:ext uri="{FF2B5EF4-FFF2-40B4-BE49-F238E27FC236}">
                <a16:creationId xmlns:a16="http://schemas.microsoft.com/office/drawing/2014/main" id="{72A9D891-11FB-4985-943C-A4B51A76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24300"/>
            <a:ext cx="3619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7"/>
            </a:solidFill>
            <a:prstDash val="solid"/>
          </a:ln>
        </p:spPr>
      </p:sp>
      <p:sp>
        <p:nvSpPr>
          <p:cNvPr id="67" name="card-no-3">
            <a:extLst xmlns:a="http://schemas.openxmlformats.org/drawingml/2006/main">
              <a:ext uri="{FF2B5EF4-FFF2-40B4-BE49-F238E27FC236}">
                <a16:creationId xmlns:a16="http://schemas.microsoft.com/office/drawing/2014/main" id="{8E3D24CC-6CDB-4F55-BD91-64818B5B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09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1">
                <a:solidFill>
                  <a:srgbClr val="D42D2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200" b="1">
                <a:solidFill>
                  <a:srgbClr val="D42D2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04</a:t>
            </a:r>
          </a:p>
        </p:txBody>
      </p:sp>
      <p:sp>
        <p:nvSpPr>
          <p:cNvPr id="68" name="card-text-3">
            <a:extLst xmlns:a="http://schemas.openxmlformats.org/drawingml/2006/main">
              <a:ext uri="{FF2B5EF4-FFF2-40B4-BE49-F238E27FC236}">
                <a16:creationId xmlns:a16="http://schemas.microsoft.com/office/drawing/2014/main" id="{CB07D49A-670B-49EB-B644-CA8FB455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0671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10182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575" b="1">
                <a:solidFill>
                  <a:srgbClr val="10182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卡片内容 4</a:t>
            </a:r>
          </a:p>
        </p:txBody>
      </p:sp>
      <p:sp>
        <p:nvSpPr>
          <p:cNvPr id="69" name="card-4">
            <a:extLst xmlns:a="http://schemas.openxmlformats.org/drawingml/2006/main">
              <a:ext uri="{FF2B5EF4-FFF2-40B4-BE49-F238E27FC236}">
                <a16:creationId xmlns:a16="http://schemas.microsoft.com/office/drawing/2014/main" id="{D86C4A95-5D54-4F9C-9EF6-2BCE2D2D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05350"/>
            <a:ext cx="3619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7"/>
            </a:solidFill>
            <a:prstDash val="solid"/>
          </a:ln>
        </p:spPr>
      </p:sp>
      <p:sp>
        <p:nvSpPr>
          <p:cNvPr id="70" name="card-no-4">
            <a:extLst xmlns:a="http://schemas.openxmlformats.org/drawingml/2006/main">
              <a:ext uri="{FF2B5EF4-FFF2-40B4-BE49-F238E27FC236}">
                <a16:creationId xmlns:a16="http://schemas.microsoft.com/office/drawing/2014/main" id="{6596B522-6711-45EA-AF66-DF0124E2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76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1">
                <a:solidFill>
                  <a:srgbClr val="D42D2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200" b="1">
                <a:solidFill>
                  <a:srgbClr val="D42D2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05</a:t>
            </a:r>
          </a:p>
        </p:txBody>
      </p:sp>
      <p:sp>
        <p:nvSpPr>
          <p:cNvPr id="71" name="card-text-4">
            <a:extLst xmlns:a="http://schemas.openxmlformats.org/drawingml/2006/main">
              <a:ext uri="{FF2B5EF4-FFF2-40B4-BE49-F238E27FC236}">
                <a16:creationId xmlns:a16="http://schemas.microsoft.com/office/drawing/2014/main" id="{53A4AC1D-DD8A-43AC-98DC-014DE1CB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4822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10182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575" b="1">
                <a:solidFill>
                  <a:srgbClr val="10182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卡片内容 5</a:t>
            </a:r>
          </a:p>
        </p:txBody>
      </p:sp>
      <p:sp>
        <p:nvSpPr>
          <p:cNvPr id="72" name="card-5">
            <a:extLst xmlns:a="http://schemas.openxmlformats.org/drawingml/2006/main">
              <a:ext uri="{FF2B5EF4-FFF2-40B4-BE49-F238E27FC236}">
                <a16:creationId xmlns:a16="http://schemas.microsoft.com/office/drawing/2014/main" id="{F2395605-CBA3-4E52-B93C-74BA3607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05350"/>
            <a:ext cx="3619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7"/>
            </a:solidFill>
            <a:prstDash val="solid"/>
          </a:ln>
        </p:spPr>
      </p:sp>
      <p:sp>
        <p:nvSpPr>
          <p:cNvPr id="73" name="card-no-5">
            <a:extLst xmlns:a="http://schemas.openxmlformats.org/drawingml/2006/main">
              <a:ext uri="{FF2B5EF4-FFF2-40B4-BE49-F238E27FC236}">
                <a16:creationId xmlns:a16="http://schemas.microsoft.com/office/drawing/2014/main" id="{AFB9F8C8-9C1F-4AFF-BDDF-8C759F90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876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1">
                <a:solidFill>
                  <a:srgbClr val="D42D2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200" b="1">
                <a:solidFill>
                  <a:srgbClr val="D42D2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06</a:t>
            </a:r>
          </a:p>
        </p:txBody>
      </p:sp>
      <p:sp>
        <p:nvSpPr>
          <p:cNvPr id="74" name="card-text-5">
            <a:extLst xmlns:a="http://schemas.openxmlformats.org/drawingml/2006/main">
              <a:ext uri="{FF2B5EF4-FFF2-40B4-BE49-F238E27FC236}">
                <a16:creationId xmlns:a16="http://schemas.microsoft.com/office/drawing/2014/main" id="{7D002675-F7F6-4F91-BB94-194C5B9C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84822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10182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575" b="1">
                <a:solidFill>
                  <a:srgbClr val="10182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卡片内容 6</a:t>
            </a:r>
          </a:p>
        </p:txBody>
      </p:sp>
      <p:sp>
        <p:nvSpPr>
          <p:cNvPr id="75" name="side-panel">
            <a:extLst xmlns:a="http://schemas.openxmlformats.org/drawingml/2006/main">
              <a:ext uri="{FF2B5EF4-FFF2-40B4-BE49-F238E27FC236}">
                <a16:creationId xmlns:a16="http://schemas.microsoft.com/office/drawing/2014/main" id="{8280C6AA-8C3B-4F94-8C6B-2BF86CBD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371600"/>
            <a:ext cx="27051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3"/>
          </a:solidFill>
          <a:ln xmlns:a="http://schemas.openxmlformats.org/drawingml/2006/main" w="9525">
            <a:solidFill>
              <a:srgbClr val="D6DCE7"/>
            </a:solidFill>
            <a:prstDash val="solid"/>
          </a:ln>
        </p:spPr>
      </p:sp>
      <p:sp>
        <p:nvSpPr>
          <p:cNvPr id="76" name="side-red-rule">
            <a:extLst xmlns:a="http://schemas.openxmlformats.org/drawingml/2006/main">
              <a:ext uri="{FF2B5EF4-FFF2-40B4-BE49-F238E27FC236}">
                <a16:creationId xmlns:a16="http://schemas.microsoft.com/office/drawing/2014/main" id="{94A8ADDC-B256-48E7-A9C9-E7B69DB6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76400"/>
            <a:ext cx="971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2D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side-label">
            <a:extLst xmlns:a="http://schemas.openxmlformats.org/drawingml/2006/main">
              <a:ext uri="{FF2B5EF4-FFF2-40B4-BE49-F238E27FC236}">
                <a16:creationId xmlns:a16="http://schemas.microsoft.com/office/drawing/2014/main" id="{171B1B4E-8413-4FF3-9419-511C7698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00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 b="1">
                <a:solidFill>
                  <a:srgbClr val="5E677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125" b="1">
                <a:solidFill>
                  <a:srgbClr val="5E677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CARDS</a:t>
            </a:r>
          </a:p>
        </p:txBody>
      </p:sp>
      <p:sp>
        <p:nvSpPr>
          <p:cNvPr id="78" name="side-number">
            <a:extLst xmlns:a="http://schemas.openxmlformats.org/drawingml/2006/main">
              <a:ext uri="{FF2B5EF4-FFF2-40B4-BE49-F238E27FC236}">
                <a16:creationId xmlns:a16="http://schemas.microsoft.com/office/drawing/2014/main" id="{4A850D01-8F91-4973-BF7A-EA348391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43150"/>
            <a:ext cx="2000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88000"/>
              </a:lnSpc>
              <a:buNone/>
              <a:defRPr sz="8100" b="1">
                <a:solidFill>
                  <a:srgbClr val="17294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8100" b="1">
                <a:solidFill>
                  <a:srgbClr val="17294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04</a:t>
            </a:r>
          </a:p>
        </p:txBody>
      </p:sp>
      <p:sp>
        <p:nvSpPr>
          <p:cNvPr id="79" name="side-body">
            <a:extLst xmlns:a="http://schemas.openxmlformats.org/drawingml/2006/main">
              <a:ext uri="{FF2B5EF4-FFF2-40B4-BE49-F238E27FC236}">
                <a16:creationId xmlns:a16="http://schemas.microsoft.com/office/drawing/2014/main" id="{5A26201F-5FA3-4FDA-95F8-54D12FA4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733800"/>
            <a:ext cx="2000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5E677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350">
                <a:solidFill>
                  <a:srgbClr val="5E677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右侧可以放章节提示或一句讲解意图。</a:t>
            </a:r>
          </a:p>
        </p:txBody>
      </p:sp>
    </p:spTree>
    <p:extLst>
      <p:ext uri="{BB962C8B-B14F-4D97-AF65-F5344CB8AC3E}">
        <p14:creationId xmlns:p14="http://schemas.microsoft.com/office/powerpoint/2010/main" val="3691570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rid-v-43">
            <a:extLst xmlns:a="http://schemas.openxmlformats.org/drawingml/2006/main">
              <a:ext uri="{FF2B5EF4-FFF2-40B4-BE49-F238E27FC236}">
                <a16:creationId xmlns:a16="http://schemas.microsoft.com/office/drawing/2014/main" id="{9C36EB1B-AED5-4C46-BEFA-2AB2977F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2" name="grid-v-85">
            <a:extLst xmlns:a="http://schemas.openxmlformats.org/drawingml/2006/main">
              <a:ext uri="{FF2B5EF4-FFF2-40B4-BE49-F238E27FC236}">
                <a16:creationId xmlns:a16="http://schemas.microsoft.com/office/drawing/2014/main" id="{75DCEC71-CF31-4D7D-9CCF-CFDA807F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3" name="grid-v-128">
            <a:extLst xmlns:a="http://schemas.openxmlformats.org/drawingml/2006/main">
              <a:ext uri="{FF2B5EF4-FFF2-40B4-BE49-F238E27FC236}">
                <a16:creationId xmlns:a16="http://schemas.microsoft.com/office/drawing/2014/main" id="{C4BFDFD4-FD52-49A8-8048-61232FA1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4" name="grid-v-171">
            <a:extLst xmlns:a="http://schemas.openxmlformats.org/drawingml/2006/main">
              <a:ext uri="{FF2B5EF4-FFF2-40B4-BE49-F238E27FC236}">
                <a16:creationId xmlns:a16="http://schemas.microsoft.com/office/drawing/2014/main" id="{E6417F13-CC5D-40AA-BDA4-4A45EDA8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5" name="grid-v-213">
            <a:extLst xmlns:a="http://schemas.openxmlformats.org/drawingml/2006/main">
              <a:ext uri="{FF2B5EF4-FFF2-40B4-BE49-F238E27FC236}">
                <a16:creationId xmlns:a16="http://schemas.microsoft.com/office/drawing/2014/main" id="{BE3FA789-5886-48DB-8551-055F9A9D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6" name="grid-v-256">
            <a:extLst xmlns:a="http://schemas.openxmlformats.org/drawingml/2006/main">
              <a:ext uri="{FF2B5EF4-FFF2-40B4-BE49-F238E27FC236}">
                <a16:creationId xmlns:a16="http://schemas.microsoft.com/office/drawing/2014/main" id="{F65C80D5-1FFE-4803-9097-0FD09C74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7" name="grid-v-299">
            <a:extLst xmlns:a="http://schemas.openxmlformats.org/drawingml/2006/main">
              <a:ext uri="{FF2B5EF4-FFF2-40B4-BE49-F238E27FC236}">
                <a16:creationId xmlns:a16="http://schemas.microsoft.com/office/drawing/2014/main" id="{3B884E69-478E-438A-8359-FBF7F889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48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8" name="grid-v-341">
            <a:extLst xmlns:a="http://schemas.openxmlformats.org/drawingml/2006/main">
              <a:ext uri="{FF2B5EF4-FFF2-40B4-BE49-F238E27FC236}">
                <a16:creationId xmlns:a16="http://schemas.microsoft.com/office/drawing/2014/main" id="{316D9C23-F346-49E5-97EE-C1EDF350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2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9" name="grid-v-384">
            <a:extLst xmlns:a="http://schemas.openxmlformats.org/drawingml/2006/main">
              <a:ext uri="{FF2B5EF4-FFF2-40B4-BE49-F238E27FC236}">
                <a16:creationId xmlns:a16="http://schemas.microsoft.com/office/drawing/2014/main" id="{C59847AA-D466-4DBE-87C3-F9AE52A7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10" name="grid-v-427">
            <a:extLst xmlns:a="http://schemas.openxmlformats.org/drawingml/2006/main">
              <a:ext uri="{FF2B5EF4-FFF2-40B4-BE49-F238E27FC236}">
                <a16:creationId xmlns:a16="http://schemas.microsoft.com/office/drawing/2014/main" id="{108E1130-4A99-4673-80F2-0433C470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11" name="grid-v-469">
            <a:extLst xmlns:a="http://schemas.openxmlformats.org/drawingml/2006/main">
              <a:ext uri="{FF2B5EF4-FFF2-40B4-BE49-F238E27FC236}">
                <a16:creationId xmlns:a16="http://schemas.microsoft.com/office/drawing/2014/main" id="{A3F570FC-C1D2-42A3-A57D-BD3B6850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12" name="grid-v-512">
            <a:extLst xmlns:a="http://schemas.openxmlformats.org/drawingml/2006/main">
              <a:ext uri="{FF2B5EF4-FFF2-40B4-BE49-F238E27FC236}">
                <a16:creationId xmlns:a16="http://schemas.microsoft.com/office/drawing/2014/main" id="{E5F106BC-5876-43E1-9BD3-C98A6AE1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13" name="grid-v-555">
            <a:extLst xmlns:a="http://schemas.openxmlformats.org/drawingml/2006/main">
              <a:ext uri="{FF2B5EF4-FFF2-40B4-BE49-F238E27FC236}">
                <a16:creationId xmlns:a16="http://schemas.microsoft.com/office/drawing/2014/main" id="{E7DB63BB-F0CD-42AD-82F3-3C290585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32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14" name="grid-v-597">
            <a:extLst xmlns:a="http://schemas.openxmlformats.org/drawingml/2006/main">
              <a:ext uri="{FF2B5EF4-FFF2-40B4-BE49-F238E27FC236}">
                <a16:creationId xmlns:a16="http://schemas.microsoft.com/office/drawing/2014/main" id="{F5C30B7F-C54A-4D8F-B945-9A25F1E9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96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15" name="grid-v-640">
            <a:extLst xmlns:a="http://schemas.openxmlformats.org/drawingml/2006/main">
              <a:ext uri="{FF2B5EF4-FFF2-40B4-BE49-F238E27FC236}">
                <a16:creationId xmlns:a16="http://schemas.microsoft.com/office/drawing/2014/main" id="{15BE743A-9F9E-4D49-8ECA-09C14401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16" name="grid-v-683">
            <a:extLst xmlns:a="http://schemas.openxmlformats.org/drawingml/2006/main">
              <a:ext uri="{FF2B5EF4-FFF2-40B4-BE49-F238E27FC236}">
                <a16:creationId xmlns:a16="http://schemas.microsoft.com/office/drawing/2014/main" id="{219381E9-E243-4DF5-9430-860348C6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4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17" name="grid-v-725">
            <a:extLst xmlns:a="http://schemas.openxmlformats.org/drawingml/2006/main">
              <a:ext uri="{FF2B5EF4-FFF2-40B4-BE49-F238E27FC236}">
                <a16:creationId xmlns:a16="http://schemas.microsoft.com/office/drawing/2014/main" id="{57A227E4-80C9-47B2-93A5-1FABF636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88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18" name="grid-v-768">
            <a:extLst xmlns:a="http://schemas.openxmlformats.org/drawingml/2006/main">
              <a:ext uri="{FF2B5EF4-FFF2-40B4-BE49-F238E27FC236}">
                <a16:creationId xmlns:a16="http://schemas.microsoft.com/office/drawing/2014/main" id="{232EBFA4-7E48-4223-9683-90B4BCE0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19" name="grid-v-811">
            <a:extLst xmlns:a="http://schemas.openxmlformats.org/drawingml/2006/main">
              <a:ext uri="{FF2B5EF4-FFF2-40B4-BE49-F238E27FC236}">
                <a16:creationId xmlns:a16="http://schemas.microsoft.com/office/drawing/2014/main" id="{A63DDA8A-6533-4DFE-BA1B-9D870616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6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20" name="grid-v-853">
            <a:extLst xmlns:a="http://schemas.openxmlformats.org/drawingml/2006/main">
              <a:ext uri="{FF2B5EF4-FFF2-40B4-BE49-F238E27FC236}">
                <a16:creationId xmlns:a16="http://schemas.microsoft.com/office/drawing/2014/main" id="{1496BAB3-0743-481A-80C2-F1C8504A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21" name="grid-v-896">
            <a:extLst xmlns:a="http://schemas.openxmlformats.org/drawingml/2006/main">
              <a:ext uri="{FF2B5EF4-FFF2-40B4-BE49-F238E27FC236}">
                <a16:creationId xmlns:a16="http://schemas.microsoft.com/office/drawing/2014/main" id="{EE746214-416F-4BA2-98CE-9300A31B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22" name="grid-v-939">
            <a:extLst xmlns:a="http://schemas.openxmlformats.org/drawingml/2006/main">
              <a:ext uri="{FF2B5EF4-FFF2-40B4-BE49-F238E27FC236}">
                <a16:creationId xmlns:a16="http://schemas.microsoft.com/office/drawing/2014/main" id="{2DCAD93B-0C63-45AC-8E38-2B634774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08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23" name="grid-v-981">
            <a:extLst xmlns:a="http://schemas.openxmlformats.org/drawingml/2006/main">
              <a:ext uri="{FF2B5EF4-FFF2-40B4-BE49-F238E27FC236}">
                <a16:creationId xmlns:a16="http://schemas.microsoft.com/office/drawing/2014/main" id="{1D267A05-5B55-4331-BDA6-3A48AD62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72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24" name="grid-v-1024">
            <a:extLst xmlns:a="http://schemas.openxmlformats.org/drawingml/2006/main">
              <a:ext uri="{FF2B5EF4-FFF2-40B4-BE49-F238E27FC236}">
                <a16:creationId xmlns:a16="http://schemas.microsoft.com/office/drawing/2014/main" id="{17B44B4B-3001-49E4-86F3-C35D310F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25" name="grid-v-1067">
            <a:extLst xmlns:a="http://schemas.openxmlformats.org/drawingml/2006/main">
              <a:ext uri="{FF2B5EF4-FFF2-40B4-BE49-F238E27FC236}">
                <a16:creationId xmlns:a16="http://schemas.microsoft.com/office/drawing/2014/main" id="{2A18965C-8DF8-43BC-88C8-11E5BEB0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26" name="grid-v-1109">
            <a:extLst xmlns:a="http://schemas.openxmlformats.org/drawingml/2006/main">
              <a:ext uri="{FF2B5EF4-FFF2-40B4-BE49-F238E27FC236}">
                <a16:creationId xmlns:a16="http://schemas.microsoft.com/office/drawing/2014/main" id="{7BEFFCF9-47D2-4E7B-B904-D9A09993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64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27" name="grid-v-1152">
            <a:extLst xmlns:a="http://schemas.openxmlformats.org/drawingml/2006/main">
              <a:ext uri="{FF2B5EF4-FFF2-40B4-BE49-F238E27FC236}">
                <a16:creationId xmlns:a16="http://schemas.microsoft.com/office/drawing/2014/main" id="{3EE86795-024C-4261-B5F2-DD98D99E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28" name="grid-v-1195">
            <a:extLst xmlns:a="http://schemas.openxmlformats.org/drawingml/2006/main">
              <a:ext uri="{FF2B5EF4-FFF2-40B4-BE49-F238E27FC236}">
                <a16:creationId xmlns:a16="http://schemas.microsoft.com/office/drawing/2014/main" id="{804ADD72-2BF8-4124-BC6A-96C58014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92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29" name="grid-v-1237">
            <a:extLst xmlns:a="http://schemas.openxmlformats.org/drawingml/2006/main">
              <a:ext uri="{FF2B5EF4-FFF2-40B4-BE49-F238E27FC236}">
                <a16:creationId xmlns:a16="http://schemas.microsoft.com/office/drawing/2014/main" id="{1924FD6E-AD99-4C9E-9BDC-18AD6B22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5600" y="152400"/>
            <a:ext cx="0" cy="670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4E8F0"/>
            </a:solidFill>
            <a:prstDash val="solid"/>
          </a:ln>
        </p:spPr>
      </p:sp>
      <p:sp>
        <p:nvSpPr>
          <p:cNvPr id="30" name="grid-h-59">
            <a:extLst xmlns:a="http://schemas.openxmlformats.org/drawingml/2006/main">
              <a:ext uri="{FF2B5EF4-FFF2-40B4-BE49-F238E27FC236}">
                <a16:creationId xmlns:a16="http://schemas.microsoft.com/office/drawing/2014/main" id="{9E4441E3-4F3B-4628-BF0D-F15EAD20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588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31" name="grid-h-101">
            <a:extLst xmlns:a="http://schemas.openxmlformats.org/drawingml/2006/main">
              <a:ext uri="{FF2B5EF4-FFF2-40B4-BE49-F238E27FC236}">
                <a16:creationId xmlns:a16="http://schemas.microsoft.com/office/drawing/2014/main" id="{D0B18297-D002-4AF5-A86E-040A05A1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652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32" name="grid-h-144">
            <a:extLst xmlns:a="http://schemas.openxmlformats.org/drawingml/2006/main">
              <a:ext uri="{FF2B5EF4-FFF2-40B4-BE49-F238E27FC236}">
                <a16:creationId xmlns:a16="http://schemas.microsoft.com/office/drawing/2014/main" id="{25206079-6B11-4C10-AE9B-7A14B3CB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3716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33" name="grid-h-187">
            <a:extLst xmlns:a="http://schemas.openxmlformats.org/drawingml/2006/main">
              <a:ext uri="{FF2B5EF4-FFF2-40B4-BE49-F238E27FC236}">
                <a16:creationId xmlns:a16="http://schemas.microsoft.com/office/drawing/2014/main" id="{4683B47A-FE48-4965-9B90-B093A5BF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7780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34" name="grid-h-229">
            <a:extLst xmlns:a="http://schemas.openxmlformats.org/drawingml/2006/main">
              <a:ext uri="{FF2B5EF4-FFF2-40B4-BE49-F238E27FC236}">
                <a16:creationId xmlns:a16="http://schemas.microsoft.com/office/drawing/2014/main" id="{E32FB4CB-DC2D-48E0-ACA5-A40A701A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1844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35" name="grid-h-272">
            <a:extLst xmlns:a="http://schemas.openxmlformats.org/drawingml/2006/main">
              <a:ext uri="{FF2B5EF4-FFF2-40B4-BE49-F238E27FC236}">
                <a16:creationId xmlns:a16="http://schemas.microsoft.com/office/drawing/2014/main" id="{FD2363BD-11D1-419B-A552-6E3DA826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5908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36" name="grid-h-315">
            <a:extLst xmlns:a="http://schemas.openxmlformats.org/drawingml/2006/main">
              <a:ext uri="{FF2B5EF4-FFF2-40B4-BE49-F238E27FC236}">
                <a16:creationId xmlns:a16="http://schemas.microsoft.com/office/drawing/2014/main" id="{7AB6F404-991E-490B-84BF-1A868E50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9972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37" name="grid-h-357">
            <a:extLst xmlns:a="http://schemas.openxmlformats.org/drawingml/2006/main">
              <a:ext uri="{FF2B5EF4-FFF2-40B4-BE49-F238E27FC236}">
                <a16:creationId xmlns:a16="http://schemas.microsoft.com/office/drawing/2014/main" id="{6DD44330-003A-4653-A15B-28B24E52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4036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38" name="grid-h-400">
            <a:extLst xmlns:a="http://schemas.openxmlformats.org/drawingml/2006/main">
              <a:ext uri="{FF2B5EF4-FFF2-40B4-BE49-F238E27FC236}">
                <a16:creationId xmlns:a16="http://schemas.microsoft.com/office/drawing/2014/main" id="{509A6BC3-EC48-49D1-8BA7-A7438E3A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8100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39" name="grid-h-443">
            <a:extLst xmlns:a="http://schemas.openxmlformats.org/drawingml/2006/main">
              <a:ext uri="{FF2B5EF4-FFF2-40B4-BE49-F238E27FC236}">
                <a16:creationId xmlns:a16="http://schemas.microsoft.com/office/drawing/2014/main" id="{2058BFF7-8D1C-4E09-9399-AB213702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2164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40" name="grid-h-485">
            <a:extLst xmlns:a="http://schemas.openxmlformats.org/drawingml/2006/main">
              <a:ext uri="{FF2B5EF4-FFF2-40B4-BE49-F238E27FC236}">
                <a16:creationId xmlns:a16="http://schemas.microsoft.com/office/drawing/2014/main" id="{610D8764-DE05-40F4-B31B-02E6BEFA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6228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41" name="grid-h-528">
            <a:extLst xmlns:a="http://schemas.openxmlformats.org/drawingml/2006/main">
              <a:ext uri="{FF2B5EF4-FFF2-40B4-BE49-F238E27FC236}">
                <a16:creationId xmlns:a16="http://schemas.microsoft.com/office/drawing/2014/main" id="{8EA1CE36-1BAD-41E9-86DC-1CC471B1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0292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42" name="grid-h-571">
            <a:extLst xmlns:a="http://schemas.openxmlformats.org/drawingml/2006/main">
              <a:ext uri="{FF2B5EF4-FFF2-40B4-BE49-F238E27FC236}">
                <a16:creationId xmlns:a16="http://schemas.microsoft.com/office/drawing/2014/main" id="{0575D5AC-C033-4DFB-BE76-710797E1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4356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43" name="grid-h-613">
            <a:extLst xmlns:a="http://schemas.openxmlformats.org/drawingml/2006/main">
              <a:ext uri="{FF2B5EF4-FFF2-40B4-BE49-F238E27FC236}">
                <a16:creationId xmlns:a16="http://schemas.microsoft.com/office/drawing/2014/main" id="{C92B81AD-9961-44D8-8388-24D86793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8420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44" name="grid-h-656">
            <a:extLst xmlns:a="http://schemas.openxmlformats.org/drawingml/2006/main">
              <a:ext uri="{FF2B5EF4-FFF2-40B4-BE49-F238E27FC236}">
                <a16:creationId xmlns:a16="http://schemas.microsoft.com/office/drawing/2014/main" id="{AF97CAE9-D4A2-4238-B808-9949A8BD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2484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45" name="grid-h-699">
            <a:extLst xmlns:a="http://schemas.openxmlformats.org/drawingml/2006/main">
              <a:ext uri="{FF2B5EF4-FFF2-40B4-BE49-F238E27FC236}">
                <a16:creationId xmlns:a16="http://schemas.microsoft.com/office/drawing/2014/main" id="{68D36160-DF53-493C-92F1-5EA1DAF1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6548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8EBF1"/>
            </a:solidFill>
            <a:prstDash val="solid"/>
          </a:ln>
        </p:spPr>
      </p:sp>
      <p:sp>
        <p:nvSpPr>
          <p:cNvPr id="46" name="top-risk-red">
            <a:extLst xmlns:a="http://schemas.openxmlformats.org/drawingml/2006/main">
              <a:ext uri="{FF2B5EF4-FFF2-40B4-BE49-F238E27FC236}">
                <a16:creationId xmlns:a16="http://schemas.microsoft.com/office/drawing/2014/main" id="{15374A6C-C69F-4906-AA4B-85602DE4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2D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left-brand-blue">
            <a:extLst xmlns:a="http://schemas.openxmlformats.org/drawingml/2006/main">
              <a:ext uri="{FF2B5EF4-FFF2-40B4-BE49-F238E27FC236}">
                <a16:creationId xmlns:a16="http://schemas.microsoft.com/office/drawing/2014/main" id="{FC5081BD-C8F6-4642-8544-7D683076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90500" cy="670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94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2f00723ee3427a"/>
          <a:stretch xmlns:a="http://schemas.openxmlformats.org/drawingml/2006/main"/>
        </p:blipFill>
        <p:spPr>
          <a:xfrm xmlns:a="http://schemas.openxmlformats.org/drawingml/2006/main">
            <a:off x="716042" y="352425"/>
            <a:ext cx="377666" cy="495300"/>
          </a:xfrm>
          <a:prstGeom xmlns:a="http://schemas.openxmlformats.org/drawingml/2006/main" prst="rect">
            <a:avLst/>
          </a:prstGeom>
        </p:spPr>
      </p:pic>
      <p:sp>
        <p:nvSpPr>
          <p:cNvPr id="49" name="brand-name">
            <a:extLst xmlns:a="http://schemas.openxmlformats.org/drawingml/2006/main">
              <a:ext uri="{FF2B5EF4-FFF2-40B4-BE49-F238E27FC236}">
                <a16:creationId xmlns:a16="http://schemas.microsoft.com/office/drawing/2014/main" id="{40488E43-16FF-4F92-8955-CA456AFF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815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00" b="1">
                <a:solidFill>
                  <a:srgbClr val="17294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2100" b="1">
                <a:solidFill>
                  <a:srgbClr val="17294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广东企加税务师事务所</a:t>
            </a:r>
          </a:p>
        </p:txBody>
      </p:sp>
      <p:sp>
        <p:nvSpPr>
          <p:cNvPr id="50" name="brand-rule">
            <a:extLst xmlns:a="http://schemas.openxmlformats.org/drawingml/2006/main">
              <a:ext uri="{FF2B5EF4-FFF2-40B4-BE49-F238E27FC236}">
                <a16:creationId xmlns:a16="http://schemas.microsoft.com/office/drawing/2014/main" id="{CEC90CE7-D0ED-4490-AB4B-82D23B88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6DCE7"/>
            </a:solidFill>
            <a:prstDash val="solid"/>
          </a:ln>
        </p:spPr>
      </p:sp>
      <p:sp>
        <p:nvSpPr>
          <p:cNvPr id="51" name="page-code">
            <a:extLst xmlns:a="http://schemas.openxmlformats.org/drawingml/2006/main">
              <a:ext uri="{FF2B5EF4-FFF2-40B4-BE49-F238E27FC236}">
                <a16:creationId xmlns:a16="http://schemas.microsoft.com/office/drawing/2014/main" id="{53890E44-7485-4ACB-88B6-835FDB95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286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425" b="1">
                <a:solidFill>
                  <a:srgbClr val="17294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425" b="1">
                <a:solidFill>
                  <a:srgbClr val="17294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05</a:t>
            </a:r>
          </a:p>
        </p:txBody>
      </p:sp>
      <p:sp>
        <p:nvSpPr>
          <p:cNvPr id="52" name="section-code">
            <a:extLst xmlns:a="http://schemas.openxmlformats.org/drawingml/2006/main">
              <a:ext uri="{FF2B5EF4-FFF2-40B4-BE49-F238E27FC236}">
                <a16:creationId xmlns:a16="http://schemas.microsoft.com/office/drawing/2014/main" id="{C2EE0C4E-6509-4058-9D0B-4E4AEB30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70485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5E677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050" b="1">
                <a:solidFill>
                  <a:srgbClr val="5E677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SPEAKER</a:t>
            </a:r>
          </a:p>
        </p:txBody>
      </p:sp>
      <p:sp>
        <p:nvSpPr>
          <p:cNvPr id="5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4FDC8E6-B808-4EA0-A0F4-65AB3BD8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7"/>
            </a:solidFill>
            <a:prstDash val="solid"/>
          </a:ln>
        </p:spPr>
      </p:sp>
      <p:sp>
        <p:nvSpPr>
          <p:cNvPr id="54" name="footer">
            <a:extLst xmlns:a="http://schemas.openxmlformats.org/drawingml/2006/main">
              <a:ext uri="{FF2B5EF4-FFF2-40B4-BE49-F238E27FC236}">
                <a16:creationId xmlns:a16="http://schemas.microsoft.com/office/drawing/2014/main" id="{E07743D1-1389-455A-B48D-C0F3447D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 b="1">
                <a:solidFill>
                  <a:srgbClr val="5E677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125" b="1">
                <a:solidFill>
                  <a:srgbClr val="5E677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专题培训 · 正式培训版 · 广东企加税务师事务所</a:t>
            </a:r>
          </a:p>
        </p:txBody>
      </p:sp>
      <p:sp>
        <p:nvSpPr>
          <p:cNvPr id="55" name="risk-red-rule">
            <a:extLst xmlns:a="http://schemas.openxmlformats.org/drawingml/2006/main">
              <a:ext uri="{FF2B5EF4-FFF2-40B4-BE49-F238E27FC236}">
                <a16:creationId xmlns:a16="http://schemas.microsoft.com/office/drawing/2014/main" id="{0E1C05B3-82F2-40ED-B514-2D52FBE5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0650"/>
            <a:ext cx="1162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2D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speaker-title">
            <a:extLst xmlns:a="http://schemas.openxmlformats.org/drawingml/2006/main">
              <a:ext uri="{FF2B5EF4-FFF2-40B4-BE49-F238E27FC236}">
                <a16:creationId xmlns:a16="http://schemas.microsoft.com/office/drawing/2014/main" id="{EA9CF157-C953-4663-B904-B0C7A430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4050" b="1">
                <a:solidFill>
                  <a:srgbClr val="10182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4050" b="1">
                <a:solidFill>
                  <a:srgbClr val="10182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讲师简介</a:t>
            </a:r>
          </a:p>
        </p:txBody>
      </p:sp>
      <p:sp>
        <p:nvSpPr>
          <p:cNvPr id="57" name="speaker-lead">
            <a:extLst xmlns:a="http://schemas.openxmlformats.org/drawingml/2006/main">
              <a:ext uri="{FF2B5EF4-FFF2-40B4-BE49-F238E27FC236}">
                <a16:creationId xmlns:a16="http://schemas.microsoft.com/office/drawing/2014/main" id="{BE339039-C4E0-4E13-9178-66181C45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725">
                <a:solidFill>
                  <a:srgbClr val="5E677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725">
                <a:solidFill>
                  <a:srgbClr val="5E677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此页可直接替换讲师照片、姓名、职务和经历。</a:t>
            </a:r>
          </a:p>
        </p:txBody>
      </p:sp>
      <p:sp>
        <p:nvSpPr>
          <p:cNvPr id="58" name="photo-frame">
            <a:extLst xmlns:a="http://schemas.openxmlformats.org/drawingml/2006/main">
              <a:ext uri="{FF2B5EF4-FFF2-40B4-BE49-F238E27FC236}">
                <a16:creationId xmlns:a16="http://schemas.microsoft.com/office/drawing/2014/main" id="{A777F094-A16D-4BA2-A794-9B3471C6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26860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CE7"/>
            </a:solidFill>
            <a:prstDash val="solid"/>
          </a:ln>
        </p:spPr>
      </p:sp>
      <p:sp>
        <p:nvSpPr>
          <p:cNvPr id="59" name="photo-placeholder">
            <a:extLst xmlns:a="http://schemas.openxmlformats.org/drawingml/2006/main">
              <a:ext uri="{FF2B5EF4-FFF2-40B4-BE49-F238E27FC236}">
                <a16:creationId xmlns:a16="http://schemas.microsoft.com/office/drawing/2014/main" id="{E1A65510-45F3-484C-A3DB-57FB1148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17294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800" b="1">
                <a:solidFill>
                  <a:srgbClr val="17294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讲师照片</a:t>
            </a:r>
          </a:p>
        </p:txBody>
      </p:sp>
      <p:sp>
        <p:nvSpPr>
          <p:cNvPr id="60" name="speaker-card">
            <a:extLst xmlns:a="http://schemas.openxmlformats.org/drawingml/2006/main">
              <a:ext uri="{FF2B5EF4-FFF2-40B4-BE49-F238E27FC236}">
                <a16:creationId xmlns:a16="http://schemas.microsoft.com/office/drawing/2014/main" id="{DD58123C-C949-4288-91EC-AFB36410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38500"/>
            <a:ext cx="70294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7"/>
            </a:solidFill>
            <a:prstDash val="solid"/>
          </a:ln>
        </p:spPr>
      </p:sp>
      <p:sp>
        <p:nvSpPr>
          <p:cNvPr id="61" name="speaker-label-0">
            <a:extLst xmlns:a="http://schemas.openxmlformats.org/drawingml/2006/main">
              <a:ext uri="{FF2B5EF4-FFF2-40B4-BE49-F238E27FC236}">
                <a16:creationId xmlns:a16="http://schemas.microsoft.com/office/drawing/2014/main" id="{E83F7FF4-B2E3-4641-B81A-D72DDED2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480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1">
                <a:solidFill>
                  <a:srgbClr val="D42D2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350" b="1">
                <a:solidFill>
                  <a:srgbClr val="D42D2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姓名 / 职务</a:t>
            </a:r>
          </a:p>
        </p:txBody>
      </p:sp>
      <p:sp>
        <p:nvSpPr>
          <p:cNvPr id="62" name="speaker-value-0">
            <a:extLst xmlns:a="http://schemas.openxmlformats.org/drawingml/2006/main">
              <a:ext uri="{FF2B5EF4-FFF2-40B4-BE49-F238E27FC236}">
                <a16:creationId xmlns:a16="http://schemas.microsoft.com/office/drawing/2014/main" id="{07FF7039-0B1D-47E8-968E-E8A19458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480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10182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575" b="1">
                <a:solidFill>
                  <a:srgbClr val="10182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填写讲师姓名、职务或专业身份</a:t>
            </a:r>
          </a:p>
        </p:txBody>
      </p:sp>
      <p:sp>
        <p:nvSpPr>
          <p:cNvPr id="63" name="speaker-row-line-0">
            <a:extLst xmlns:a="http://schemas.openxmlformats.org/drawingml/2006/main">
              <a:ext uri="{FF2B5EF4-FFF2-40B4-BE49-F238E27FC236}">
                <a16:creationId xmlns:a16="http://schemas.microsoft.com/office/drawing/2014/main" id="{29774279-3774-47D4-A32D-219F314D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10000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DCE7"/>
            </a:solidFill>
            <a:prstDash val="solid"/>
          </a:ln>
        </p:spPr>
      </p:sp>
      <p:sp>
        <p:nvSpPr>
          <p:cNvPr id="64" name="speaker-label-1">
            <a:extLst xmlns:a="http://schemas.openxmlformats.org/drawingml/2006/main">
              <a:ext uri="{FF2B5EF4-FFF2-40B4-BE49-F238E27FC236}">
                <a16:creationId xmlns:a16="http://schemas.microsoft.com/office/drawing/2014/main" id="{30FC3615-2895-4934-9E59-9CE25DB4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9433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1">
                <a:solidFill>
                  <a:srgbClr val="17294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350" b="1">
                <a:solidFill>
                  <a:srgbClr val="17294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专业方向</a:t>
            </a:r>
          </a:p>
        </p:txBody>
      </p:sp>
      <p:sp>
        <p:nvSpPr>
          <p:cNvPr id="65" name="speaker-value-1">
            <a:extLst xmlns:a="http://schemas.openxmlformats.org/drawingml/2006/main">
              <a:ext uri="{FF2B5EF4-FFF2-40B4-BE49-F238E27FC236}">
                <a16:creationId xmlns:a16="http://schemas.microsoft.com/office/drawing/2014/main" id="{511BCDED-3B98-423C-B7AD-AD7CC432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43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0">
                <a:solidFill>
                  <a:srgbClr val="10182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575" b="0">
                <a:solidFill>
                  <a:srgbClr val="10182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税务合规 / 审计监管 / 财务规范</a:t>
            </a:r>
          </a:p>
        </p:txBody>
      </p:sp>
      <p:sp>
        <p:nvSpPr>
          <p:cNvPr id="66" name="speaker-row-line-1">
            <a:extLst xmlns:a="http://schemas.openxmlformats.org/drawingml/2006/main">
              <a:ext uri="{FF2B5EF4-FFF2-40B4-BE49-F238E27FC236}">
                <a16:creationId xmlns:a16="http://schemas.microsoft.com/office/drawing/2014/main" id="{361C7C07-12E8-4939-8E15-BC48E6DE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05300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DCE7"/>
            </a:solidFill>
            <a:prstDash val="solid"/>
          </a:ln>
        </p:spPr>
      </p:sp>
      <p:sp>
        <p:nvSpPr>
          <p:cNvPr id="67" name="speaker-label-2">
            <a:extLst xmlns:a="http://schemas.openxmlformats.org/drawingml/2006/main">
              <a:ext uri="{FF2B5EF4-FFF2-40B4-BE49-F238E27FC236}">
                <a16:creationId xmlns:a16="http://schemas.microsoft.com/office/drawing/2014/main" id="{E0DB4DC6-212D-462B-90D4-F1C70C16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38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1">
                <a:solidFill>
                  <a:srgbClr val="17294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350" b="1">
                <a:solidFill>
                  <a:srgbClr val="17294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执业经验</a:t>
            </a:r>
          </a:p>
        </p:txBody>
      </p:sp>
      <p:sp>
        <p:nvSpPr>
          <p:cNvPr id="68" name="speaker-value-2">
            <a:extLst xmlns:a="http://schemas.openxmlformats.org/drawingml/2006/main">
              <a:ext uri="{FF2B5EF4-FFF2-40B4-BE49-F238E27FC236}">
                <a16:creationId xmlns:a16="http://schemas.microsoft.com/office/drawing/2014/main" id="{8578F7DC-4FDE-45C7-A2D4-954750D4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386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0">
                <a:solidFill>
                  <a:srgbClr val="10182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575" b="0">
                <a:solidFill>
                  <a:srgbClr val="10182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填写服务年限、典型项目或授课经历</a:t>
            </a:r>
          </a:p>
        </p:txBody>
      </p:sp>
      <p:sp>
        <p:nvSpPr>
          <p:cNvPr id="69" name="speaker-row-line-2">
            <a:extLst xmlns:a="http://schemas.openxmlformats.org/drawingml/2006/main">
              <a:ext uri="{FF2B5EF4-FFF2-40B4-BE49-F238E27FC236}">
                <a16:creationId xmlns:a16="http://schemas.microsoft.com/office/drawing/2014/main" id="{D4B12F11-239A-4836-B571-2703EE3D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800600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DCE7"/>
            </a:solidFill>
            <a:prstDash val="solid"/>
          </a:ln>
        </p:spPr>
      </p:sp>
      <p:sp>
        <p:nvSpPr>
          <p:cNvPr id="70" name="speaker-label-3">
            <a:extLst xmlns:a="http://schemas.openxmlformats.org/drawingml/2006/main">
              <a:ext uri="{FF2B5EF4-FFF2-40B4-BE49-F238E27FC236}">
                <a16:creationId xmlns:a16="http://schemas.microsoft.com/office/drawing/2014/main" id="{91B31442-2802-4E9D-B861-541825A8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339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1">
                <a:solidFill>
                  <a:srgbClr val="17294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350" b="1">
                <a:solidFill>
                  <a:srgbClr val="17294A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联系方式</a:t>
            </a:r>
          </a:p>
        </p:txBody>
      </p:sp>
      <p:sp>
        <p:nvSpPr>
          <p:cNvPr id="71" name="speaker-value-3">
            <a:extLst xmlns:a="http://schemas.openxmlformats.org/drawingml/2006/main">
              <a:ext uri="{FF2B5EF4-FFF2-40B4-BE49-F238E27FC236}">
                <a16:creationId xmlns:a16="http://schemas.microsoft.com/office/drawing/2014/main" id="{C3072E45-BEEF-4474-86CC-FC1FF4BE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339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0">
                <a:solidFill>
                  <a:srgbClr val="10182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defRPr>
            </a:pPr>
            <a:r>
              <a:rPr sz="1575" b="0">
                <a:solidFill>
                  <a:srgbClr val="101827"/>
                </a:solidFill>
                <a:latin typeface="&quot;Microsoft YaHei&quot;, &quot;PingFang SC&quot;, sans-serif"/>
                <a:ea typeface="&quot;Microsoft YaHei&quot;, &quot;PingFang SC&quot;, sans-serif"/>
                <a:cs typeface="&quot;Microsoft YaHei&quot;, &quot;PingFang SC&quot;, sans-serif"/>
              </a:rPr>
              <a:t>电话 / 微信 / 邮箱</a:t>
            </a:r>
          </a:p>
        </p:txBody>
      </p:sp>
    </p:spTree>
    <p:extLst>
      <p:ext uri="{BB962C8B-B14F-4D97-AF65-F5344CB8AC3E}">
        <p14:creationId xmlns:p14="http://schemas.microsoft.com/office/powerpoint/2010/main" val="4778707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2026-07-04T09:47:51.5870000Z</dcterms:created>
  <dcterms:modified xsi:type="dcterms:W3CDTF">2026-07-04T09:47:51.5870000Z</dcterms:modified>
</coreProperties>
</file>